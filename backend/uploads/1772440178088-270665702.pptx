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72" r:id="rId7"/>
    <p:sldId id="261" r:id="rId8"/>
    <p:sldId id="262" r:id="rId9"/>
    <p:sldId id="267" r:id="rId10"/>
    <p:sldId id="263" r:id="rId11"/>
    <p:sldId id="264" r:id="rId12"/>
    <p:sldId id="268" r:id="rId13"/>
    <p:sldId id="273" r:id="rId14"/>
    <p:sldId id="279" r:id="rId15"/>
    <p:sldId id="280" r:id="rId16"/>
    <p:sldId id="274" r:id="rId17"/>
    <p:sldId id="275" r:id="rId18"/>
    <p:sldId id="276" r:id="rId19"/>
    <p:sldId id="277" r:id="rId20"/>
    <p:sldId id="278" r:id="rId21"/>
    <p:sldId id="281" r:id="rId22"/>
    <p:sldId id="269" r:id="rId23"/>
    <p:sldId id="270" r:id="rId24"/>
    <p:sldId id="271" r:id="rId25"/>
    <p:sldId id="26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94373DA-4C30-4383-97A9-5FE8E1793CF7}" v="13" dt="2025-12-29T09:04:29.8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4973" autoAdjust="0"/>
  </p:normalViewPr>
  <p:slideViewPr>
    <p:cSldViewPr snapToGrid="0">
      <p:cViewPr varScale="1">
        <p:scale>
          <a:sx n="57" d="100"/>
          <a:sy n="57" d="100"/>
        </p:scale>
        <p:origin x="101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17.svg"/><Relationship Id="rId2" Type="http://schemas.openxmlformats.org/officeDocument/2006/relationships/image" Target="../media/image7.svg"/><Relationship Id="rId16" Type="http://schemas.openxmlformats.org/officeDocument/2006/relationships/image" Target="../media/image21.svg"/><Relationship Id="rId1" Type="http://schemas.openxmlformats.org/officeDocument/2006/relationships/image" Target="../media/image2.png"/><Relationship Id="rId6" Type="http://schemas.openxmlformats.org/officeDocument/2006/relationships/image" Target="../media/image11.svg"/><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6.png"/><Relationship Id="rId14" Type="http://schemas.openxmlformats.org/officeDocument/2006/relationships/image" Target="../media/image19.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17.svg"/><Relationship Id="rId2" Type="http://schemas.openxmlformats.org/officeDocument/2006/relationships/image" Target="../media/image7.svg"/><Relationship Id="rId16" Type="http://schemas.openxmlformats.org/officeDocument/2006/relationships/image" Target="../media/image21.svg"/><Relationship Id="rId1" Type="http://schemas.openxmlformats.org/officeDocument/2006/relationships/image" Target="../media/image2.png"/><Relationship Id="rId6" Type="http://schemas.openxmlformats.org/officeDocument/2006/relationships/image" Target="../media/image11.svg"/><Relationship Id="rId11" Type="http://schemas.openxmlformats.org/officeDocument/2006/relationships/image" Target="../media/image7.png"/><Relationship Id="rId5" Type="http://schemas.openxmlformats.org/officeDocument/2006/relationships/image" Target="../media/image4.png"/><Relationship Id="rId15" Type="http://schemas.openxmlformats.org/officeDocument/2006/relationships/image" Target="../media/image9.png"/><Relationship Id="rId10" Type="http://schemas.openxmlformats.org/officeDocument/2006/relationships/image" Target="../media/image15.svg"/><Relationship Id="rId4" Type="http://schemas.openxmlformats.org/officeDocument/2006/relationships/image" Target="../media/image9.svg"/><Relationship Id="rId9" Type="http://schemas.openxmlformats.org/officeDocument/2006/relationships/image" Target="../media/image6.png"/><Relationship Id="rId14" Type="http://schemas.openxmlformats.org/officeDocument/2006/relationships/image" Target="../media/image19.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D7AD32D-4B5E-4632-AA9A-B06D7BE095B1}"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7B0B3439-F45A-4AE3-A2E2-654ABFE9B0D5}">
      <dgm:prSet custT="1"/>
      <dgm:spPr/>
      <dgm:t>
        <a:bodyPr/>
        <a:lstStyle/>
        <a:p>
          <a:pPr>
            <a:lnSpc>
              <a:spcPct val="100000"/>
            </a:lnSpc>
          </a:pPr>
          <a:r>
            <a:rPr lang="en-US" sz="1500" b="1" i="0" baseline="0" dirty="0"/>
            <a:t>AI-based landmark recognition</a:t>
          </a:r>
          <a:r>
            <a:rPr lang="en-US" sz="1500" b="0" i="0" baseline="0" dirty="0"/>
            <a:t> from uploaded images</a:t>
          </a:r>
          <a:endParaRPr lang="en-US" sz="1500" dirty="0"/>
        </a:p>
      </dgm:t>
    </dgm:pt>
    <dgm:pt modelId="{EF39D60D-28EE-43BE-B8DF-7FEA7D9A0E2B}" type="parTrans" cxnId="{FF838FF9-8C4A-470F-AF66-38A2AC1A5F40}">
      <dgm:prSet/>
      <dgm:spPr/>
      <dgm:t>
        <a:bodyPr/>
        <a:lstStyle/>
        <a:p>
          <a:endParaRPr lang="en-US"/>
        </a:p>
      </dgm:t>
    </dgm:pt>
    <dgm:pt modelId="{24DD7413-71B2-43FE-B518-623A05442718}" type="sibTrans" cxnId="{FF838FF9-8C4A-470F-AF66-38A2AC1A5F40}">
      <dgm:prSet/>
      <dgm:spPr/>
      <dgm:t>
        <a:bodyPr/>
        <a:lstStyle/>
        <a:p>
          <a:pPr>
            <a:lnSpc>
              <a:spcPct val="100000"/>
            </a:lnSpc>
          </a:pPr>
          <a:endParaRPr lang="en-US"/>
        </a:p>
      </dgm:t>
    </dgm:pt>
    <dgm:pt modelId="{157CC6D9-44CC-4004-9E75-1019E2E3D4FA}">
      <dgm:prSet custT="1"/>
      <dgm:spPr/>
      <dgm:t>
        <a:bodyPr/>
        <a:lstStyle/>
        <a:p>
          <a:pPr>
            <a:lnSpc>
              <a:spcPct val="100000"/>
            </a:lnSpc>
          </a:pPr>
          <a:r>
            <a:rPr lang="en-US" sz="1500" b="1" i="0" baseline="0" dirty="0">
              <a:latin typeface="Times New Roman" panose="02020603050405020304" pitchFamily="18" charset="0"/>
              <a:cs typeface="Times New Roman" panose="02020603050405020304" pitchFamily="18" charset="0"/>
            </a:rPr>
            <a:t>Automatic landmark details</a:t>
          </a:r>
          <a:r>
            <a:rPr lang="en-US" sz="1500" b="0" i="0" baseline="0" dirty="0">
              <a:latin typeface="Times New Roman" panose="02020603050405020304" pitchFamily="18" charset="0"/>
              <a:cs typeface="Times New Roman" panose="02020603050405020304" pitchFamily="18" charset="0"/>
            </a:rPr>
            <a:t>: name, history, location</a:t>
          </a:r>
          <a:endParaRPr lang="en-US" sz="1500" dirty="0">
            <a:latin typeface="Times New Roman" panose="02020603050405020304" pitchFamily="18" charset="0"/>
            <a:cs typeface="Times New Roman" panose="02020603050405020304" pitchFamily="18" charset="0"/>
          </a:endParaRPr>
        </a:p>
      </dgm:t>
    </dgm:pt>
    <dgm:pt modelId="{2481F7A7-B5EA-4AF5-B19A-9898EDA7A4B0}" type="parTrans" cxnId="{F7EB3CDF-A61C-48CD-87ED-560023A40725}">
      <dgm:prSet/>
      <dgm:spPr/>
      <dgm:t>
        <a:bodyPr/>
        <a:lstStyle/>
        <a:p>
          <a:endParaRPr lang="en-US"/>
        </a:p>
      </dgm:t>
    </dgm:pt>
    <dgm:pt modelId="{5B2B6805-CC05-46F5-B8F9-94E3CC78900C}" type="sibTrans" cxnId="{F7EB3CDF-A61C-48CD-87ED-560023A40725}">
      <dgm:prSet/>
      <dgm:spPr/>
      <dgm:t>
        <a:bodyPr/>
        <a:lstStyle/>
        <a:p>
          <a:pPr>
            <a:lnSpc>
              <a:spcPct val="100000"/>
            </a:lnSpc>
          </a:pPr>
          <a:endParaRPr lang="en-US"/>
        </a:p>
      </dgm:t>
    </dgm:pt>
    <dgm:pt modelId="{D6FF0C1E-C9E5-484C-BBC6-7F719ECA541F}">
      <dgm:prSet custT="1"/>
      <dgm:spPr/>
      <dgm:t>
        <a:bodyPr/>
        <a:lstStyle/>
        <a:p>
          <a:pPr>
            <a:lnSpc>
              <a:spcPct val="100000"/>
            </a:lnSpc>
          </a:pPr>
          <a:r>
            <a:rPr lang="en-US" sz="1500" b="1" i="0" baseline="0" dirty="0">
              <a:latin typeface="Times New Roman" panose="02020603050405020304" pitchFamily="18" charset="0"/>
              <a:cs typeface="Times New Roman" panose="02020603050405020304" pitchFamily="18" charset="0"/>
            </a:rPr>
            <a:t>Detects user’s current location</a:t>
          </a:r>
          <a:endParaRPr lang="en-US" sz="1500" dirty="0">
            <a:latin typeface="Times New Roman" panose="02020603050405020304" pitchFamily="18" charset="0"/>
            <a:cs typeface="Times New Roman" panose="02020603050405020304" pitchFamily="18" charset="0"/>
          </a:endParaRPr>
        </a:p>
      </dgm:t>
    </dgm:pt>
    <dgm:pt modelId="{25457830-9F04-4E46-83F0-FFF7B6B00BAD}" type="parTrans" cxnId="{B9CF7E94-AF50-4FFF-8536-EB2288309ACB}">
      <dgm:prSet/>
      <dgm:spPr/>
      <dgm:t>
        <a:bodyPr/>
        <a:lstStyle/>
        <a:p>
          <a:endParaRPr lang="en-US"/>
        </a:p>
      </dgm:t>
    </dgm:pt>
    <dgm:pt modelId="{738C2AE0-CB0F-4870-B3FF-128E1D145DB3}" type="sibTrans" cxnId="{B9CF7E94-AF50-4FFF-8536-EB2288309ACB}">
      <dgm:prSet/>
      <dgm:spPr/>
      <dgm:t>
        <a:bodyPr/>
        <a:lstStyle/>
        <a:p>
          <a:pPr>
            <a:lnSpc>
              <a:spcPct val="100000"/>
            </a:lnSpc>
          </a:pPr>
          <a:endParaRPr lang="en-US"/>
        </a:p>
      </dgm:t>
    </dgm:pt>
    <dgm:pt modelId="{53D70361-7A8E-41D5-A887-B4D547B6818A}">
      <dgm:prSet custT="1"/>
      <dgm:spPr/>
      <dgm:t>
        <a:bodyPr/>
        <a:lstStyle/>
        <a:p>
          <a:pPr>
            <a:lnSpc>
              <a:spcPct val="100000"/>
            </a:lnSpc>
          </a:pPr>
          <a:r>
            <a:rPr lang="en-US" sz="1500" b="1" i="0" baseline="0" dirty="0">
              <a:latin typeface="Times New Roman" panose="02020603050405020304" pitchFamily="18" charset="0"/>
              <a:cs typeface="Times New Roman" panose="02020603050405020304" pitchFamily="18" charset="0"/>
            </a:rPr>
            <a:t>Estimates travel distance (in km)</a:t>
          </a:r>
          <a:r>
            <a:rPr lang="en-US" sz="1500" b="0" i="0" baseline="0" dirty="0">
              <a:latin typeface="Times New Roman" panose="02020603050405020304" pitchFamily="18" charset="0"/>
              <a:cs typeface="Times New Roman" panose="02020603050405020304" pitchFamily="18" charset="0"/>
            </a:rPr>
            <a:t> and </a:t>
          </a:r>
          <a:r>
            <a:rPr lang="en-US" sz="1500" b="1" i="0" baseline="0" dirty="0">
              <a:latin typeface="Times New Roman" panose="02020603050405020304" pitchFamily="18" charset="0"/>
              <a:cs typeface="Times New Roman" panose="02020603050405020304" pitchFamily="18" charset="0"/>
            </a:rPr>
            <a:t>time required to reach</a:t>
          </a:r>
          <a:endParaRPr lang="en-US" sz="1500" dirty="0">
            <a:latin typeface="Times New Roman" panose="02020603050405020304" pitchFamily="18" charset="0"/>
            <a:cs typeface="Times New Roman" panose="02020603050405020304" pitchFamily="18" charset="0"/>
          </a:endParaRPr>
        </a:p>
      </dgm:t>
    </dgm:pt>
    <dgm:pt modelId="{591D922D-2981-4BA4-9DB4-324E94960BF7}" type="parTrans" cxnId="{692F558D-49C9-4B7F-8336-321944869FD8}">
      <dgm:prSet/>
      <dgm:spPr/>
      <dgm:t>
        <a:bodyPr/>
        <a:lstStyle/>
        <a:p>
          <a:endParaRPr lang="en-US"/>
        </a:p>
      </dgm:t>
    </dgm:pt>
    <dgm:pt modelId="{C3DDAAE2-8BA4-4AA9-B717-9F2A3C37BE5D}" type="sibTrans" cxnId="{692F558D-49C9-4B7F-8336-321944869FD8}">
      <dgm:prSet/>
      <dgm:spPr/>
      <dgm:t>
        <a:bodyPr/>
        <a:lstStyle/>
        <a:p>
          <a:pPr>
            <a:lnSpc>
              <a:spcPct val="100000"/>
            </a:lnSpc>
          </a:pPr>
          <a:endParaRPr lang="en-US"/>
        </a:p>
      </dgm:t>
    </dgm:pt>
    <dgm:pt modelId="{76993705-FFEC-42D5-9B48-702AD4740BC1}">
      <dgm:prSet custT="1"/>
      <dgm:spPr/>
      <dgm:t>
        <a:bodyPr/>
        <a:lstStyle/>
        <a:p>
          <a:pPr>
            <a:lnSpc>
              <a:spcPct val="100000"/>
            </a:lnSpc>
          </a:pPr>
          <a:r>
            <a:rPr lang="en-US" sz="1500" b="1" i="0" baseline="0" dirty="0">
              <a:latin typeface="Times New Roman" panose="02020603050405020304" pitchFamily="18" charset="0"/>
              <a:cs typeface="Times New Roman" panose="02020603050405020304" pitchFamily="18" charset="0"/>
            </a:rPr>
            <a:t>Suggests transport options</a:t>
          </a:r>
          <a:r>
            <a:rPr lang="en-US" sz="1500" b="0" i="0" baseline="0" dirty="0">
              <a:latin typeface="Times New Roman" panose="02020603050405020304" pitchFamily="18" charset="0"/>
              <a:cs typeface="Times New Roman" panose="02020603050405020304" pitchFamily="18" charset="0"/>
            </a:rPr>
            <a:t>: road, rail, and air</a:t>
          </a:r>
          <a:endParaRPr lang="en-US" sz="1500" dirty="0">
            <a:latin typeface="Times New Roman" panose="02020603050405020304" pitchFamily="18" charset="0"/>
            <a:cs typeface="Times New Roman" panose="02020603050405020304" pitchFamily="18" charset="0"/>
          </a:endParaRPr>
        </a:p>
      </dgm:t>
    </dgm:pt>
    <dgm:pt modelId="{D39DC968-3F79-49C4-9788-0806BD93E459}" type="parTrans" cxnId="{00056AF3-6C85-4FA6-81A3-A45B187AC146}">
      <dgm:prSet/>
      <dgm:spPr/>
      <dgm:t>
        <a:bodyPr/>
        <a:lstStyle/>
        <a:p>
          <a:endParaRPr lang="en-US"/>
        </a:p>
      </dgm:t>
    </dgm:pt>
    <dgm:pt modelId="{2E7AF635-3D58-4CE3-BFD1-F23057DBA5E3}" type="sibTrans" cxnId="{00056AF3-6C85-4FA6-81A3-A45B187AC146}">
      <dgm:prSet/>
      <dgm:spPr/>
      <dgm:t>
        <a:bodyPr/>
        <a:lstStyle/>
        <a:p>
          <a:pPr>
            <a:lnSpc>
              <a:spcPct val="100000"/>
            </a:lnSpc>
          </a:pPr>
          <a:endParaRPr lang="en-US"/>
        </a:p>
      </dgm:t>
    </dgm:pt>
    <dgm:pt modelId="{3E77F3A2-34E0-461D-93BD-15FCB33C2125}">
      <dgm:prSet custT="1"/>
      <dgm:spPr/>
      <dgm:t>
        <a:bodyPr/>
        <a:lstStyle/>
        <a:p>
          <a:pPr>
            <a:lnSpc>
              <a:spcPct val="100000"/>
            </a:lnSpc>
          </a:pPr>
          <a:r>
            <a:rPr lang="en-US" sz="1800" b="0" i="0" baseline="0" dirty="0">
              <a:latin typeface="Times New Roman" panose="02020603050405020304" pitchFamily="18" charset="0"/>
              <a:cs typeface="Times New Roman" panose="02020603050405020304" pitchFamily="18" charset="0"/>
            </a:rPr>
            <a:t>Shows </a:t>
          </a:r>
          <a:r>
            <a:rPr lang="en-US" sz="1800" b="1" i="0" baseline="0" dirty="0">
              <a:latin typeface="Times New Roman" panose="02020603050405020304" pitchFamily="18" charset="0"/>
              <a:cs typeface="Times New Roman" panose="02020603050405020304" pitchFamily="18" charset="0"/>
            </a:rPr>
            <a:t>nearby famous places and restaurants</a:t>
          </a:r>
          <a:endParaRPr lang="en-US" sz="1800" dirty="0">
            <a:latin typeface="Times New Roman" panose="02020603050405020304" pitchFamily="18" charset="0"/>
            <a:cs typeface="Times New Roman" panose="02020603050405020304" pitchFamily="18" charset="0"/>
          </a:endParaRPr>
        </a:p>
      </dgm:t>
    </dgm:pt>
    <dgm:pt modelId="{794C5BD8-8816-4F46-B2FF-3050831858B8}" type="parTrans" cxnId="{90F91FEB-E7F9-4538-82F1-233742E751E2}">
      <dgm:prSet/>
      <dgm:spPr/>
      <dgm:t>
        <a:bodyPr/>
        <a:lstStyle/>
        <a:p>
          <a:endParaRPr lang="en-US"/>
        </a:p>
      </dgm:t>
    </dgm:pt>
    <dgm:pt modelId="{F5F0DD6B-A21B-4EE1-82E3-8908456C69A5}" type="sibTrans" cxnId="{90F91FEB-E7F9-4538-82F1-233742E751E2}">
      <dgm:prSet/>
      <dgm:spPr/>
      <dgm:t>
        <a:bodyPr/>
        <a:lstStyle/>
        <a:p>
          <a:pPr>
            <a:lnSpc>
              <a:spcPct val="100000"/>
            </a:lnSpc>
          </a:pPr>
          <a:endParaRPr lang="en-US"/>
        </a:p>
      </dgm:t>
    </dgm:pt>
    <dgm:pt modelId="{713782EE-C32E-408B-A7C0-8783995B34DE}">
      <dgm:prSet custT="1"/>
      <dgm:spPr/>
      <dgm:t>
        <a:bodyPr/>
        <a:lstStyle/>
        <a:p>
          <a:pPr>
            <a:lnSpc>
              <a:spcPct val="100000"/>
            </a:lnSpc>
          </a:pPr>
          <a:r>
            <a:rPr lang="en-US" sz="1500" b="0" i="0" baseline="0" dirty="0">
              <a:latin typeface="Times New Roman" panose="02020603050405020304" pitchFamily="18" charset="0"/>
              <a:cs typeface="Times New Roman" panose="02020603050405020304" pitchFamily="18" charset="0"/>
            </a:rPr>
            <a:t>Includes </a:t>
          </a:r>
          <a:r>
            <a:rPr lang="en-US" sz="1500" b="1" i="0" baseline="0" dirty="0">
              <a:latin typeface="Times New Roman" panose="02020603050405020304" pitchFamily="18" charset="0"/>
              <a:cs typeface="Times New Roman" panose="02020603050405020304" pitchFamily="18" charset="0"/>
            </a:rPr>
            <a:t>restaurant ratings</a:t>
          </a:r>
          <a:r>
            <a:rPr lang="en-US" sz="1500" b="0" i="0" baseline="0" dirty="0">
              <a:latin typeface="Times New Roman" panose="02020603050405020304" pitchFamily="18" charset="0"/>
              <a:cs typeface="Times New Roman" panose="02020603050405020304" pitchFamily="18" charset="0"/>
            </a:rPr>
            <a:t> and </a:t>
          </a:r>
          <a:r>
            <a:rPr lang="en-US" sz="1500" b="1" i="0" baseline="0" dirty="0">
              <a:latin typeface="Times New Roman" panose="02020603050405020304" pitchFamily="18" charset="0"/>
              <a:cs typeface="Times New Roman" panose="02020603050405020304" pitchFamily="18" charset="0"/>
            </a:rPr>
            <a:t>distance from landmark</a:t>
          </a:r>
          <a:endParaRPr lang="en-US" sz="1500" dirty="0">
            <a:latin typeface="Times New Roman" panose="02020603050405020304" pitchFamily="18" charset="0"/>
            <a:cs typeface="Times New Roman" panose="02020603050405020304" pitchFamily="18" charset="0"/>
          </a:endParaRPr>
        </a:p>
      </dgm:t>
    </dgm:pt>
    <dgm:pt modelId="{00A9C2FE-0D66-49D5-96A2-4DAA8EFF5C36}" type="parTrans" cxnId="{CC2E8FDE-CEB3-4DC6-BCE8-6BA1E6133CDF}">
      <dgm:prSet/>
      <dgm:spPr/>
      <dgm:t>
        <a:bodyPr/>
        <a:lstStyle/>
        <a:p>
          <a:endParaRPr lang="en-US"/>
        </a:p>
      </dgm:t>
    </dgm:pt>
    <dgm:pt modelId="{4D0C99AF-A918-4B45-A44F-08A1B8EC5015}" type="sibTrans" cxnId="{CC2E8FDE-CEB3-4DC6-BCE8-6BA1E6133CDF}">
      <dgm:prSet/>
      <dgm:spPr/>
      <dgm:t>
        <a:bodyPr/>
        <a:lstStyle/>
        <a:p>
          <a:pPr>
            <a:lnSpc>
              <a:spcPct val="100000"/>
            </a:lnSpc>
          </a:pPr>
          <a:endParaRPr lang="en-US"/>
        </a:p>
      </dgm:t>
    </dgm:pt>
    <dgm:pt modelId="{ACCA8D59-0A26-449B-9DC7-5D431DFA16DC}">
      <dgm:prSet custT="1"/>
      <dgm:spPr/>
      <dgm:t>
        <a:bodyPr/>
        <a:lstStyle/>
        <a:p>
          <a:pPr>
            <a:lnSpc>
              <a:spcPct val="100000"/>
            </a:lnSpc>
          </a:pPr>
          <a:r>
            <a:rPr lang="en-US" sz="1500" b="0" i="0" baseline="0" dirty="0">
              <a:latin typeface="Times New Roman" panose="02020603050405020304" pitchFamily="18" charset="0"/>
              <a:cs typeface="Times New Roman" panose="02020603050405020304" pitchFamily="18" charset="0"/>
            </a:rPr>
            <a:t>Allows users to </a:t>
          </a:r>
          <a:r>
            <a:rPr lang="en-US" sz="1500" b="1" i="0" baseline="0" dirty="0">
              <a:latin typeface="Times New Roman" panose="02020603050405020304" pitchFamily="18" charset="0"/>
              <a:cs typeface="Times New Roman" panose="02020603050405020304" pitchFamily="18" charset="0"/>
            </a:rPr>
            <a:t>save and share favorite landmarks</a:t>
          </a:r>
          <a:endParaRPr lang="en-US" sz="1500" dirty="0">
            <a:latin typeface="Times New Roman" panose="02020603050405020304" pitchFamily="18" charset="0"/>
            <a:cs typeface="Times New Roman" panose="02020603050405020304" pitchFamily="18" charset="0"/>
          </a:endParaRPr>
        </a:p>
      </dgm:t>
    </dgm:pt>
    <dgm:pt modelId="{DED34993-514F-4B7C-B644-F474E0B591A6}" type="parTrans" cxnId="{71D970D5-35D1-406E-9CCB-AEDA52E181CE}">
      <dgm:prSet/>
      <dgm:spPr/>
      <dgm:t>
        <a:bodyPr/>
        <a:lstStyle/>
        <a:p>
          <a:endParaRPr lang="en-US"/>
        </a:p>
      </dgm:t>
    </dgm:pt>
    <dgm:pt modelId="{8ADA9713-D48D-43CC-9234-A7B150DFDCF2}" type="sibTrans" cxnId="{71D970D5-35D1-406E-9CCB-AEDA52E181CE}">
      <dgm:prSet/>
      <dgm:spPr/>
      <dgm:t>
        <a:bodyPr/>
        <a:lstStyle/>
        <a:p>
          <a:pPr>
            <a:lnSpc>
              <a:spcPct val="100000"/>
            </a:lnSpc>
          </a:pPr>
          <a:endParaRPr lang="en-US"/>
        </a:p>
      </dgm:t>
    </dgm:pt>
    <dgm:pt modelId="{9C3172EC-4B4B-4FD6-8FCB-A47A40EC8C86}">
      <dgm:prSet/>
      <dgm:spPr/>
      <dgm:t>
        <a:bodyPr/>
        <a:lstStyle/>
        <a:p>
          <a:pPr>
            <a:lnSpc>
              <a:spcPct val="100000"/>
            </a:lnSpc>
          </a:pPr>
          <a:r>
            <a:rPr lang="en-US" dirty="0">
              <a:latin typeface="Times New Roman" panose="02020603050405020304" pitchFamily="18" charset="0"/>
              <a:cs typeface="Times New Roman" panose="02020603050405020304" pitchFamily="18" charset="0"/>
            </a:rPr>
            <a:t>Provides</a:t>
          </a:r>
          <a:r>
            <a:rPr lang="en-US" baseline="0" dirty="0">
              <a:latin typeface="Times New Roman" panose="02020603050405020304" pitchFamily="18" charset="0"/>
              <a:cs typeface="Times New Roman" panose="02020603050405020304" pitchFamily="18" charset="0"/>
            </a:rPr>
            <a:t> </a:t>
          </a:r>
          <a:r>
            <a:rPr lang="en-US" baseline="0" dirty="0" err="1">
              <a:latin typeface="Times New Roman" panose="02020603050405020304" pitchFamily="18" charset="0"/>
              <a:cs typeface="Times New Roman" panose="02020603050405020304" pitchFamily="18" charset="0"/>
            </a:rPr>
            <a:t>Accomidation</a:t>
          </a:r>
          <a:r>
            <a:rPr lang="en-US" baseline="0" dirty="0">
              <a:latin typeface="Times New Roman" panose="02020603050405020304" pitchFamily="18" charset="0"/>
              <a:cs typeface="Times New Roman" panose="02020603050405020304" pitchFamily="18" charset="0"/>
            </a:rPr>
            <a:t> to the visitors</a:t>
          </a:r>
          <a:endParaRPr lang="en-US" dirty="0">
            <a:latin typeface="Times New Roman" panose="02020603050405020304" pitchFamily="18" charset="0"/>
            <a:cs typeface="Times New Roman" panose="02020603050405020304" pitchFamily="18" charset="0"/>
          </a:endParaRPr>
        </a:p>
      </dgm:t>
    </dgm:pt>
    <dgm:pt modelId="{45DDE4AC-8295-4610-B7A0-FC0C68405832}" type="parTrans" cxnId="{15585F7A-F27F-48A9-AC65-15A3BA06B6FB}">
      <dgm:prSet/>
      <dgm:spPr/>
      <dgm:t>
        <a:bodyPr/>
        <a:lstStyle/>
        <a:p>
          <a:endParaRPr lang="en-IN"/>
        </a:p>
      </dgm:t>
    </dgm:pt>
    <dgm:pt modelId="{61EBE63C-0A88-4479-9508-63E99BE57CA4}" type="sibTrans" cxnId="{15585F7A-F27F-48A9-AC65-15A3BA06B6FB}">
      <dgm:prSet/>
      <dgm:spPr/>
      <dgm:t>
        <a:bodyPr/>
        <a:lstStyle/>
        <a:p>
          <a:endParaRPr lang="en-IN"/>
        </a:p>
      </dgm:t>
    </dgm:pt>
    <dgm:pt modelId="{CFD4EFF3-D6C4-4A5B-AD0D-256B2B8933E6}" type="pres">
      <dgm:prSet presAssocID="{4D7AD32D-4B5E-4632-AA9A-B06D7BE095B1}" presName="root" presStyleCnt="0">
        <dgm:presLayoutVars>
          <dgm:dir/>
          <dgm:resizeHandles val="exact"/>
        </dgm:presLayoutVars>
      </dgm:prSet>
      <dgm:spPr/>
      <dgm:t>
        <a:bodyPr/>
        <a:lstStyle/>
        <a:p>
          <a:endParaRPr lang="en-US"/>
        </a:p>
      </dgm:t>
    </dgm:pt>
    <dgm:pt modelId="{76671D92-4D79-4795-BD03-6EF622C59AEA}" type="pres">
      <dgm:prSet presAssocID="{4D7AD32D-4B5E-4632-AA9A-B06D7BE095B1}" presName="container" presStyleCnt="0">
        <dgm:presLayoutVars>
          <dgm:dir/>
          <dgm:resizeHandles val="exact"/>
        </dgm:presLayoutVars>
      </dgm:prSet>
      <dgm:spPr/>
    </dgm:pt>
    <dgm:pt modelId="{1BB1657E-00AA-4E7C-8EBD-99C063F571A5}" type="pres">
      <dgm:prSet presAssocID="{7B0B3439-F45A-4AE3-A2E2-654ABFE9B0D5}" presName="compNode" presStyleCnt="0"/>
      <dgm:spPr/>
    </dgm:pt>
    <dgm:pt modelId="{14822D9F-5A68-4FBE-8B57-57B882B5EC37}" type="pres">
      <dgm:prSet presAssocID="{7B0B3439-F45A-4AE3-A2E2-654ABFE9B0D5}" presName="iconBgRect" presStyleLbl="bgShp" presStyleIdx="0" presStyleCnt="9"/>
      <dgm:spPr/>
    </dgm:pt>
    <dgm:pt modelId="{0F2BB93C-FA34-49B4-A506-9D229F07B571}" type="pres">
      <dgm:prSet presAssocID="{7B0B3439-F45A-4AE3-A2E2-654ABFE9B0D5}" presName="iconRect" presStyleLbl="node1" presStyleIdx="0" presStyleCnt="9"/>
      <dgm:spPr>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a:noFill/>
        </a:ln>
      </dgm:spPr>
      <dgm:t>
        <a:bodyPr/>
        <a:lstStyle/>
        <a:p>
          <a:endParaRPr lang="en-US"/>
        </a:p>
      </dgm:t>
      <dgm:extLst>
        <a:ext uri="{E40237B7-FDA0-4F09-8148-C483321AD2D9}">
          <dgm14:cNvPr xmlns:dgm14="http://schemas.microsoft.com/office/drawing/2010/diagram" id="0" name="" descr="Image"/>
        </a:ext>
      </dgm:extLst>
    </dgm:pt>
    <dgm:pt modelId="{879105AE-D903-45C4-9382-871B11B183E4}" type="pres">
      <dgm:prSet presAssocID="{7B0B3439-F45A-4AE3-A2E2-654ABFE9B0D5}" presName="spaceRect" presStyleCnt="0"/>
      <dgm:spPr/>
    </dgm:pt>
    <dgm:pt modelId="{0BD03C78-CB17-42C4-8508-99F04973E621}" type="pres">
      <dgm:prSet presAssocID="{7B0B3439-F45A-4AE3-A2E2-654ABFE9B0D5}" presName="textRect" presStyleLbl="revTx" presStyleIdx="0" presStyleCnt="9">
        <dgm:presLayoutVars>
          <dgm:chMax val="1"/>
          <dgm:chPref val="1"/>
        </dgm:presLayoutVars>
      </dgm:prSet>
      <dgm:spPr/>
      <dgm:t>
        <a:bodyPr/>
        <a:lstStyle/>
        <a:p>
          <a:endParaRPr lang="en-US"/>
        </a:p>
      </dgm:t>
    </dgm:pt>
    <dgm:pt modelId="{F430D039-AC09-4359-ACEC-41AB006758C1}" type="pres">
      <dgm:prSet presAssocID="{24DD7413-71B2-43FE-B518-623A05442718}" presName="sibTrans" presStyleLbl="sibTrans2D1" presStyleIdx="0" presStyleCnt="0"/>
      <dgm:spPr/>
      <dgm:t>
        <a:bodyPr/>
        <a:lstStyle/>
        <a:p>
          <a:endParaRPr lang="en-US"/>
        </a:p>
      </dgm:t>
    </dgm:pt>
    <dgm:pt modelId="{6D23E125-A1D2-426A-8E84-BA762252AF0A}" type="pres">
      <dgm:prSet presAssocID="{157CC6D9-44CC-4004-9E75-1019E2E3D4FA}" presName="compNode" presStyleCnt="0"/>
      <dgm:spPr/>
    </dgm:pt>
    <dgm:pt modelId="{EB8264B1-D809-434A-A7F2-8C005BD6DD6D}" type="pres">
      <dgm:prSet presAssocID="{157CC6D9-44CC-4004-9E75-1019E2E3D4FA}" presName="iconBgRect" presStyleLbl="bgShp" presStyleIdx="1" presStyleCnt="9"/>
      <dgm:spPr/>
    </dgm:pt>
    <dgm:pt modelId="{747CC1CF-0D2B-4BCC-A12A-2A9C66678B2C}" type="pres">
      <dgm:prSet presAssocID="{157CC6D9-44CC-4004-9E75-1019E2E3D4FA}" presName="iconRect" presStyleLbl="node1" presStyleIdx="1" presStyleCnt="9"/>
      <dgm:spPr>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a:noFill/>
        </a:ln>
      </dgm:spPr>
      <dgm:t>
        <a:bodyPr/>
        <a:lstStyle/>
        <a:p>
          <a:endParaRPr lang="en-US"/>
        </a:p>
      </dgm:t>
      <dgm:extLst>
        <a:ext uri="{E40237B7-FDA0-4F09-8148-C483321AD2D9}">
          <dgm14:cNvPr xmlns:dgm14="http://schemas.microsoft.com/office/drawing/2010/diagram" id="0" name="" descr="Subtitles"/>
        </a:ext>
      </dgm:extLst>
    </dgm:pt>
    <dgm:pt modelId="{6370E94A-23ED-4CD1-9BEA-4C5313284B63}" type="pres">
      <dgm:prSet presAssocID="{157CC6D9-44CC-4004-9E75-1019E2E3D4FA}" presName="spaceRect" presStyleCnt="0"/>
      <dgm:spPr/>
    </dgm:pt>
    <dgm:pt modelId="{03425C8C-684C-4C97-8B97-C26BAE5F9762}" type="pres">
      <dgm:prSet presAssocID="{157CC6D9-44CC-4004-9E75-1019E2E3D4FA}" presName="textRect" presStyleLbl="revTx" presStyleIdx="1" presStyleCnt="9">
        <dgm:presLayoutVars>
          <dgm:chMax val="1"/>
          <dgm:chPref val="1"/>
        </dgm:presLayoutVars>
      </dgm:prSet>
      <dgm:spPr/>
      <dgm:t>
        <a:bodyPr/>
        <a:lstStyle/>
        <a:p>
          <a:endParaRPr lang="en-US"/>
        </a:p>
      </dgm:t>
    </dgm:pt>
    <dgm:pt modelId="{1103F9B1-3D3F-480C-BE1F-DA2877FF5EEB}" type="pres">
      <dgm:prSet presAssocID="{5B2B6805-CC05-46F5-B8F9-94E3CC78900C}" presName="sibTrans" presStyleLbl="sibTrans2D1" presStyleIdx="0" presStyleCnt="0"/>
      <dgm:spPr/>
      <dgm:t>
        <a:bodyPr/>
        <a:lstStyle/>
        <a:p>
          <a:endParaRPr lang="en-US"/>
        </a:p>
      </dgm:t>
    </dgm:pt>
    <dgm:pt modelId="{A695DBEE-5597-4268-9C21-06A08B61A6D4}" type="pres">
      <dgm:prSet presAssocID="{D6FF0C1E-C9E5-484C-BBC6-7F719ECA541F}" presName="compNode" presStyleCnt="0"/>
      <dgm:spPr/>
    </dgm:pt>
    <dgm:pt modelId="{F054EB93-3727-4A5B-9339-1D9EE925BA27}" type="pres">
      <dgm:prSet presAssocID="{D6FF0C1E-C9E5-484C-BBC6-7F719ECA541F}" presName="iconBgRect" presStyleLbl="bgShp" presStyleIdx="2" presStyleCnt="9"/>
      <dgm:spPr/>
    </dgm:pt>
    <dgm:pt modelId="{DA38D33F-C056-4A81-AA1B-2059F4A6D2F1}" type="pres">
      <dgm:prSet presAssocID="{D6FF0C1E-C9E5-484C-BBC6-7F719ECA541F}" presName="iconRect" presStyleLbl="node1" presStyleIdx="2" presStyleCnt="9"/>
      <dgm:spPr>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a:noFill/>
        </a:ln>
      </dgm:spPr>
      <dgm:t>
        <a:bodyPr/>
        <a:lstStyle/>
        <a:p>
          <a:endParaRPr lang="en-US"/>
        </a:p>
      </dgm:t>
      <dgm:extLst>
        <a:ext uri="{E40237B7-FDA0-4F09-8148-C483321AD2D9}">
          <dgm14:cNvPr xmlns:dgm14="http://schemas.microsoft.com/office/drawing/2010/diagram" id="0" name="" descr="User"/>
        </a:ext>
      </dgm:extLst>
    </dgm:pt>
    <dgm:pt modelId="{E877C4CC-10F0-4EC1-B308-0BEC03A038E1}" type="pres">
      <dgm:prSet presAssocID="{D6FF0C1E-C9E5-484C-BBC6-7F719ECA541F}" presName="spaceRect" presStyleCnt="0"/>
      <dgm:spPr/>
    </dgm:pt>
    <dgm:pt modelId="{2C03E362-327C-4B32-98E5-04C6051B9A86}" type="pres">
      <dgm:prSet presAssocID="{D6FF0C1E-C9E5-484C-BBC6-7F719ECA541F}" presName="textRect" presStyleLbl="revTx" presStyleIdx="2" presStyleCnt="9">
        <dgm:presLayoutVars>
          <dgm:chMax val="1"/>
          <dgm:chPref val="1"/>
        </dgm:presLayoutVars>
      </dgm:prSet>
      <dgm:spPr/>
      <dgm:t>
        <a:bodyPr/>
        <a:lstStyle/>
        <a:p>
          <a:endParaRPr lang="en-US"/>
        </a:p>
      </dgm:t>
    </dgm:pt>
    <dgm:pt modelId="{5AE47866-0C9C-4F86-ABFB-CE9FAD24673A}" type="pres">
      <dgm:prSet presAssocID="{738C2AE0-CB0F-4870-B3FF-128E1D145DB3}" presName="sibTrans" presStyleLbl="sibTrans2D1" presStyleIdx="0" presStyleCnt="0"/>
      <dgm:spPr/>
      <dgm:t>
        <a:bodyPr/>
        <a:lstStyle/>
        <a:p>
          <a:endParaRPr lang="en-US"/>
        </a:p>
      </dgm:t>
    </dgm:pt>
    <dgm:pt modelId="{20269255-25F7-44E4-B9E1-B56C071FB051}" type="pres">
      <dgm:prSet presAssocID="{53D70361-7A8E-41D5-A887-B4D547B6818A}" presName="compNode" presStyleCnt="0"/>
      <dgm:spPr/>
    </dgm:pt>
    <dgm:pt modelId="{B397C4F7-D09D-4538-88CA-75022C4A33DF}" type="pres">
      <dgm:prSet presAssocID="{53D70361-7A8E-41D5-A887-B4D547B6818A}" presName="iconBgRect" presStyleLbl="bgShp" presStyleIdx="3" presStyleCnt="9"/>
      <dgm:spPr/>
    </dgm:pt>
    <dgm:pt modelId="{7A20AF36-D869-43EE-9505-4034147E61E2}" type="pres">
      <dgm:prSet presAssocID="{53D70361-7A8E-41D5-A887-B4D547B6818A}" presName="iconRect" presStyleLbl="node1" presStyleIdx="3" presStyleCnt="9"/>
      <dgm:spPr>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a:noFill/>
        </a:ln>
      </dgm:spPr>
      <dgm:t>
        <a:bodyPr/>
        <a:lstStyle/>
        <a:p>
          <a:endParaRPr lang="en-US"/>
        </a:p>
      </dgm:t>
      <dgm:extLst>
        <a:ext uri="{E40237B7-FDA0-4F09-8148-C483321AD2D9}">
          <dgm14:cNvPr xmlns:dgm14="http://schemas.microsoft.com/office/drawing/2010/diagram" id="0" name="" descr="Train"/>
        </a:ext>
      </dgm:extLst>
    </dgm:pt>
    <dgm:pt modelId="{46E06286-4044-47DE-9001-BDA20A5545E1}" type="pres">
      <dgm:prSet presAssocID="{53D70361-7A8E-41D5-A887-B4D547B6818A}" presName="spaceRect" presStyleCnt="0"/>
      <dgm:spPr/>
    </dgm:pt>
    <dgm:pt modelId="{6FE8452C-FA4A-4FEF-8DA3-5B33385D2914}" type="pres">
      <dgm:prSet presAssocID="{53D70361-7A8E-41D5-A887-B4D547B6818A}" presName="textRect" presStyleLbl="revTx" presStyleIdx="3" presStyleCnt="9">
        <dgm:presLayoutVars>
          <dgm:chMax val="1"/>
          <dgm:chPref val="1"/>
        </dgm:presLayoutVars>
      </dgm:prSet>
      <dgm:spPr/>
      <dgm:t>
        <a:bodyPr/>
        <a:lstStyle/>
        <a:p>
          <a:endParaRPr lang="en-US"/>
        </a:p>
      </dgm:t>
    </dgm:pt>
    <dgm:pt modelId="{57AEB5BC-3906-440D-B56D-94CE99512F53}" type="pres">
      <dgm:prSet presAssocID="{C3DDAAE2-8BA4-4AA9-B717-9F2A3C37BE5D}" presName="sibTrans" presStyleLbl="sibTrans2D1" presStyleIdx="0" presStyleCnt="0"/>
      <dgm:spPr/>
      <dgm:t>
        <a:bodyPr/>
        <a:lstStyle/>
        <a:p>
          <a:endParaRPr lang="en-US"/>
        </a:p>
      </dgm:t>
    </dgm:pt>
    <dgm:pt modelId="{24414394-B043-496C-A545-B454A9E3F346}" type="pres">
      <dgm:prSet presAssocID="{76993705-FFEC-42D5-9B48-702AD4740BC1}" presName="compNode" presStyleCnt="0"/>
      <dgm:spPr/>
    </dgm:pt>
    <dgm:pt modelId="{CB6103EE-09E8-4EB9-9071-AA2197F7F376}" type="pres">
      <dgm:prSet presAssocID="{76993705-FFEC-42D5-9B48-702AD4740BC1}" presName="iconBgRect" presStyleLbl="bgShp" presStyleIdx="4" presStyleCnt="9"/>
      <dgm:spPr/>
    </dgm:pt>
    <dgm:pt modelId="{35A3F2B0-C275-443B-93AA-BA5E88740904}" type="pres">
      <dgm:prSet presAssocID="{76993705-FFEC-42D5-9B48-702AD4740BC1}" presName="iconRect" presStyleLbl="node1" presStyleIdx="4" presStyleCnt="9"/>
      <dgm:spPr>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a:noFill/>
        </a:ln>
      </dgm:spPr>
      <dgm:t>
        <a:bodyPr/>
        <a:lstStyle/>
        <a:p>
          <a:endParaRPr lang="en-US"/>
        </a:p>
      </dgm:t>
      <dgm:extLst>
        <a:ext uri="{E40237B7-FDA0-4F09-8148-C483321AD2D9}">
          <dgm14:cNvPr xmlns:dgm14="http://schemas.microsoft.com/office/drawing/2010/diagram" id="0" name="" descr="Streetcar"/>
        </a:ext>
      </dgm:extLst>
    </dgm:pt>
    <dgm:pt modelId="{127525F5-6B0A-4119-A8F0-2B91C6A8E8DB}" type="pres">
      <dgm:prSet presAssocID="{76993705-FFEC-42D5-9B48-702AD4740BC1}" presName="spaceRect" presStyleCnt="0"/>
      <dgm:spPr/>
    </dgm:pt>
    <dgm:pt modelId="{6565A814-4688-40A3-8F79-7E3EFB7926C1}" type="pres">
      <dgm:prSet presAssocID="{76993705-FFEC-42D5-9B48-702AD4740BC1}" presName="textRect" presStyleLbl="revTx" presStyleIdx="4" presStyleCnt="9">
        <dgm:presLayoutVars>
          <dgm:chMax val="1"/>
          <dgm:chPref val="1"/>
        </dgm:presLayoutVars>
      </dgm:prSet>
      <dgm:spPr/>
      <dgm:t>
        <a:bodyPr/>
        <a:lstStyle/>
        <a:p>
          <a:endParaRPr lang="en-US"/>
        </a:p>
      </dgm:t>
    </dgm:pt>
    <dgm:pt modelId="{70FB17B5-C64E-402E-9A5E-39BF9CB70D82}" type="pres">
      <dgm:prSet presAssocID="{2E7AF635-3D58-4CE3-BFD1-F23057DBA5E3}" presName="sibTrans" presStyleLbl="sibTrans2D1" presStyleIdx="0" presStyleCnt="0"/>
      <dgm:spPr/>
      <dgm:t>
        <a:bodyPr/>
        <a:lstStyle/>
        <a:p>
          <a:endParaRPr lang="en-US"/>
        </a:p>
      </dgm:t>
    </dgm:pt>
    <dgm:pt modelId="{847D11EF-B557-4DCF-954F-04A6E5987F09}" type="pres">
      <dgm:prSet presAssocID="{3E77F3A2-34E0-461D-93BD-15FCB33C2125}" presName="compNode" presStyleCnt="0"/>
      <dgm:spPr/>
    </dgm:pt>
    <dgm:pt modelId="{77D2E238-28F2-4B42-9A82-3101516F808D}" type="pres">
      <dgm:prSet presAssocID="{3E77F3A2-34E0-461D-93BD-15FCB33C2125}" presName="iconBgRect" presStyleLbl="bgShp" presStyleIdx="5" presStyleCnt="9"/>
      <dgm:spPr/>
    </dgm:pt>
    <dgm:pt modelId="{3B8D424C-558C-4420-806C-D357E532DC85}" type="pres">
      <dgm:prSet presAssocID="{3E77F3A2-34E0-461D-93BD-15FCB33C2125}" presName="iconRect" presStyleLbl="node1" presStyleIdx="5" presStyleCnt="9"/>
      <dgm:spPr>
        <a:blipFill>
          <a:blip xmlns:r="http://schemas.openxmlformats.org/officeDocument/2006/relationships" r:embed="rId11" cstate="hqprint">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a:blipFill>
        <a:ln>
          <a:noFill/>
        </a:ln>
      </dgm:spPr>
      <dgm:t>
        <a:bodyPr/>
        <a:lstStyle/>
        <a:p>
          <a:endParaRPr lang="en-US"/>
        </a:p>
      </dgm:t>
      <dgm:extLst>
        <a:ext uri="{E40237B7-FDA0-4F09-8148-C483321AD2D9}">
          <dgm14:cNvPr xmlns:dgm14="http://schemas.microsoft.com/office/drawing/2010/diagram" id="0" name="" descr="Fork and knife"/>
        </a:ext>
      </dgm:extLst>
    </dgm:pt>
    <dgm:pt modelId="{671E9251-853E-4236-9A33-32E4740B6165}" type="pres">
      <dgm:prSet presAssocID="{3E77F3A2-34E0-461D-93BD-15FCB33C2125}" presName="spaceRect" presStyleCnt="0"/>
      <dgm:spPr/>
    </dgm:pt>
    <dgm:pt modelId="{F51B20D4-D803-414A-978D-1F7EDC95FD7A}" type="pres">
      <dgm:prSet presAssocID="{3E77F3A2-34E0-461D-93BD-15FCB33C2125}" presName="textRect" presStyleLbl="revTx" presStyleIdx="5" presStyleCnt="9">
        <dgm:presLayoutVars>
          <dgm:chMax val="1"/>
          <dgm:chPref val="1"/>
        </dgm:presLayoutVars>
      </dgm:prSet>
      <dgm:spPr/>
      <dgm:t>
        <a:bodyPr/>
        <a:lstStyle/>
        <a:p>
          <a:endParaRPr lang="en-US"/>
        </a:p>
      </dgm:t>
    </dgm:pt>
    <dgm:pt modelId="{931479D7-73A6-4CFA-AA4B-4705F7FA112F}" type="pres">
      <dgm:prSet presAssocID="{F5F0DD6B-A21B-4EE1-82E3-8908456C69A5}" presName="sibTrans" presStyleLbl="sibTrans2D1" presStyleIdx="0" presStyleCnt="0"/>
      <dgm:spPr/>
      <dgm:t>
        <a:bodyPr/>
        <a:lstStyle/>
        <a:p>
          <a:endParaRPr lang="en-US"/>
        </a:p>
      </dgm:t>
    </dgm:pt>
    <dgm:pt modelId="{A3776613-D6D3-4CC5-B598-6F525A99D6DB}" type="pres">
      <dgm:prSet presAssocID="{713782EE-C32E-408B-A7C0-8783995B34DE}" presName="compNode" presStyleCnt="0"/>
      <dgm:spPr/>
    </dgm:pt>
    <dgm:pt modelId="{BB4D711A-667F-41C5-AF82-CBB2BBE2CB4C}" type="pres">
      <dgm:prSet presAssocID="{713782EE-C32E-408B-A7C0-8783995B34DE}" presName="iconBgRect" presStyleLbl="bgShp" presStyleIdx="6" presStyleCnt="9"/>
      <dgm:spPr/>
    </dgm:pt>
    <dgm:pt modelId="{0144BB67-8EA2-40C0-AD7C-9CF74CBB20D1}" type="pres">
      <dgm:prSet presAssocID="{713782EE-C32E-408B-A7C0-8783995B34DE}" presName="iconRect" presStyleLbl="node1" presStyleIdx="6" presStyleCnt="9"/>
      <dgm:spPr>
        <a:blipFill>
          <a:blip xmlns:r="http://schemas.openxmlformats.org/officeDocument/2006/relationships" r:embed="rId13" cstate="hqprint">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a:blipFill>
        <a:ln>
          <a:noFill/>
        </a:ln>
      </dgm:spPr>
      <dgm:t>
        <a:bodyPr/>
        <a:lstStyle/>
        <a:p>
          <a:endParaRPr lang="en-US"/>
        </a:p>
      </dgm:t>
      <dgm:extLst>
        <a:ext uri="{E40237B7-FDA0-4F09-8148-C483321AD2D9}">
          <dgm14:cNvPr xmlns:dgm14="http://schemas.microsoft.com/office/drawing/2010/diagram" id="0" name="" descr="Marker"/>
        </a:ext>
      </dgm:extLst>
    </dgm:pt>
    <dgm:pt modelId="{2E13CFF8-0931-4463-A4BB-CBA1B0DC454E}" type="pres">
      <dgm:prSet presAssocID="{713782EE-C32E-408B-A7C0-8783995B34DE}" presName="spaceRect" presStyleCnt="0"/>
      <dgm:spPr/>
    </dgm:pt>
    <dgm:pt modelId="{5DF46277-3AF2-4036-B7C0-9A291A91598C}" type="pres">
      <dgm:prSet presAssocID="{713782EE-C32E-408B-A7C0-8783995B34DE}" presName="textRect" presStyleLbl="revTx" presStyleIdx="6" presStyleCnt="9">
        <dgm:presLayoutVars>
          <dgm:chMax val="1"/>
          <dgm:chPref val="1"/>
        </dgm:presLayoutVars>
      </dgm:prSet>
      <dgm:spPr/>
      <dgm:t>
        <a:bodyPr/>
        <a:lstStyle/>
        <a:p>
          <a:endParaRPr lang="en-US"/>
        </a:p>
      </dgm:t>
    </dgm:pt>
    <dgm:pt modelId="{3AB989B1-B38E-411B-BF0C-EF94F8A66B85}" type="pres">
      <dgm:prSet presAssocID="{4D0C99AF-A918-4B45-A44F-08A1B8EC5015}" presName="sibTrans" presStyleLbl="sibTrans2D1" presStyleIdx="0" presStyleCnt="0"/>
      <dgm:spPr/>
      <dgm:t>
        <a:bodyPr/>
        <a:lstStyle/>
        <a:p>
          <a:endParaRPr lang="en-US"/>
        </a:p>
      </dgm:t>
    </dgm:pt>
    <dgm:pt modelId="{72386354-E92C-40EE-BF62-F082D0EA7663}" type="pres">
      <dgm:prSet presAssocID="{ACCA8D59-0A26-449B-9DC7-5D431DFA16DC}" presName="compNode" presStyleCnt="0"/>
      <dgm:spPr/>
    </dgm:pt>
    <dgm:pt modelId="{8C11A2F7-68C4-4390-AC52-EA8F5232587D}" type="pres">
      <dgm:prSet presAssocID="{ACCA8D59-0A26-449B-9DC7-5D431DFA16DC}" presName="iconBgRect" presStyleLbl="bgShp" presStyleIdx="7" presStyleCnt="9"/>
      <dgm:spPr/>
    </dgm:pt>
    <dgm:pt modelId="{62F03C10-8A27-456A-9E10-E3F4C2142AAF}" type="pres">
      <dgm:prSet presAssocID="{ACCA8D59-0A26-449B-9DC7-5D431DFA16DC}" presName="iconRect" presStyleLbl="node1" presStyleIdx="7" presStyleCnt="9"/>
      <dgm:spPr>
        <a:blipFill>
          <a:blip xmlns:r="http://schemas.openxmlformats.org/officeDocument/2006/relationships" r:embed="rId15" cstate="hqprint">
            <a:extLst>
              <a:ext uri="{28A0092B-C50C-407E-A947-70E740481C1C}">
                <a14:useLocalDpi xmlns:a14="http://schemas.microsoft.com/office/drawing/2010/main" val="0"/>
              </a:ext>
              <a:ext uri="{96DAC541-7B7A-43D3-8B79-37D633B846F1}">
                <asvg:svgBlip xmlns:asvg="http://schemas.microsoft.com/office/drawing/2016/SVG/main" xmlns="" r:embed="rId16"/>
              </a:ext>
            </a:extLst>
          </a:blip>
          <a:stretch>
            <a:fillRect/>
          </a:stretch>
        </a:blipFill>
        <a:ln>
          <a:noFill/>
        </a:ln>
      </dgm:spPr>
      <dgm:t>
        <a:bodyPr/>
        <a:lstStyle/>
        <a:p>
          <a:endParaRPr lang="en-US"/>
        </a:p>
      </dgm:t>
      <dgm:extLst>
        <a:ext uri="{E40237B7-FDA0-4F09-8148-C483321AD2D9}">
          <dgm14:cNvPr xmlns:dgm14="http://schemas.microsoft.com/office/drawing/2010/diagram" id="0" name="" descr="Thumbs Up Sign"/>
        </a:ext>
      </dgm:extLst>
    </dgm:pt>
    <dgm:pt modelId="{F96A82E9-5A3A-40F8-A3A2-7352D0EFE555}" type="pres">
      <dgm:prSet presAssocID="{ACCA8D59-0A26-449B-9DC7-5D431DFA16DC}" presName="spaceRect" presStyleCnt="0"/>
      <dgm:spPr/>
    </dgm:pt>
    <dgm:pt modelId="{622A0F88-DACA-48D5-AED2-8DE40127ACD5}" type="pres">
      <dgm:prSet presAssocID="{ACCA8D59-0A26-449B-9DC7-5D431DFA16DC}" presName="textRect" presStyleLbl="revTx" presStyleIdx="7" presStyleCnt="9">
        <dgm:presLayoutVars>
          <dgm:chMax val="1"/>
          <dgm:chPref val="1"/>
        </dgm:presLayoutVars>
      </dgm:prSet>
      <dgm:spPr/>
      <dgm:t>
        <a:bodyPr/>
        <a:lstStyle/>
        <a:p>
          <a:endParaRPr lang="en-US"/>
        </a:p>
      </dgm:t>
    </dgm:pt>
    <dgm:pt modelId="{724D74FA-D2E2-44CA-B596-DA057ED274E3}" type="pres">
      <dgm:prSet presAssocID="{8ADA9713-D48D-43CC-9234-A7B150DFDCF2}" presName="sibTrans" presStyleLbl="sibTrans2D1" presStyleIdx="0" presStyleCnt="0"/>
      <dgm:spPr/>
      <dgm:t>
        <a:bodyPr/>
        <a:lstStyle/>
        <a:p>
          <a:endParaRPr lang="en-US"/>
        </a:p>
      </dgm:t>
    </dgm:pt>
    <dgm:pt modelId="{E40D337C-8BEC-4F76-8CA8-21B79079596E}" type="pres">
      <dgm:prSet presAssocID="{9C3172EC-4B4B-4FD6-8FCB-A47A40EC8C86}" presName="compNode" presStyleCnt="0"/>
      <dgm:spPr/>
    </dgm:pt>
    <dgm:pt modelId="{A307CABF-4BD5-47B4-AB0F-7C33145DB35C}" type="pres">
      <dgm:prSet presAssocID="{9C3172EC-4B4B-4FD6-8FCB-A47A40EC8C86}" presName="iconBgRect" presStyleLbl="bgShp" presStyleIdx="8" presStyleCnt="9"/>
      <dgm:spPr/>
    </dgm:pt>
    <dgm:pt modelId="{385389AF-2329-4DF3-BCC2-B01C24EA2887}" type="pres">
      <dgm:prSet presAssocID="{9C3172EC-4B4B-4FD6-8FCB-A47A40EC8C86}" presName="iconRect" presStyleLbl="node1" presStyleIdx="8" presStyleCnt="9"/>
      <dgm:spPr/>
    </dgm:pt>
    <dgm:pt modelId="{C586C423-96D8-40B6-8E17-4744C1EB4B3F}" type="pres">
      <dgm:prSet presAssocID="{9C3172EC-4B4B-4FD6-8FCB-A47A40EC8C86}" presName="spaceRect" presStyleCnt="0"/>
      <dgm:spPr/>
    </dgm:pt>
    <dgm:pt modelId="{1CF694BC-9737-4239-9EFB-D8DA2BDB6A7A}" type="pres">
      <dgm:prSet presAssocID="{9C3172EC-4B4B-4FD6-8FCB-A47A40EC8C86}" presName="textRect" presStyleLbl="revTx" presStyleIdx="8" presStyleCnt="9">
        <dgm:presLayoutVars>
          <dgm:chMax val="1"/>
          <dgm:chPref val="1"/>
        </dgm:presLayoutVars>
      </dgm:prSet>
      <dgm:spPr/>
      <dgm:t>
        <a:bodyPr/>
        <a:lstStyle/>
        <a:p>
          <a:endParaRPr lang="en-US"/>
        </a:p>
      </dgm:t>
    </dgm:pt>
  </dgm:ptLst>
  <dgm:cxnLst>
    <dgm:cxn modelId="{55BE4D39-ABDA-4971-9B3E-C30BB8C98BF4}" type="presOf" srcId="{5B2B6805-CC05-46F5-B8F9-94E3CC78900C}" destId="{1103F9B1-3D3F-480C-BE1F-DA2877FF5EEB}" srcOrd="0" destOrd="0" presId="urn:microsoft.com/office/officeart/2018/2/layout/IconCircleList"/>
    <dgm:cxn modelId="{28BD4C63-A5B5-44E1-B0E6-69DE3A008E94}" type="presOf" srcId="{738C2AE0-CB0F-4870-B3FF-128E1D145DB3}" destId="{5AE47866-0C9C-4F86-ABFB-CE9FAD24673A}" srcOrd="0" destOrd="0" presId="urn:microsoft.com/office/officeart/2018/2/layout/IconCircleList"/>
    <dgm:cxn modelId="{2059845A-1A18-4AF4-995E-BE5EA2B4D182}" type="presOf" srcId="{F5F0DD6B-A21B-4EE1-82E3-8908456C69A5}" destId="{931479D7-73A6-4CFA-AA4B-4705F7FA112F}" srcOrd="0" destOrd="0" presId="urn:microsoft.com/office/officeart/2018/2/layout/IconCircleList"/>
    <dgm:cxn modelId="{1EE6FE8A-6E9E-4E21-9D74-5C8EADEAADB3}" type="presOf" srcId="{9C3172EC-4B4B-4FD6-8FCB-A47A40EC8C86}" destId="{1CF694BC-9737-4239-9EFB-D8DA2BDB6A7A}" srcOrd="0" destOrd="0" presId="urn:microsoft.com/office/officeart/2018/2/layout/IconCircleList"/>
    <dgm:cxn modelId="{BDAF7D2D-9B57-4829-8E91-69F1502D2C0D}" type="presOf" srcId="{D6FF0C1E-C9E5-484C-BBC6-7F719ECA541F}" destId="{2C03E362-327C-4B32-98E5-04C6051B9A86}" srcOrd="0" destOrd="0" presId="urn:microsoft.com/office/officeart/2018/2/layout/IconCircleList"/>
    <dgm:cxn modelId="{F9CA2A17-8FF4-4ACA-AC56-415D6BA79994}" type="presOf" srcId="{7B0B3439-F45A-4AE3-A2E2-654ABFE9B0D5}" destId="{0BD03C78-CB17-42C4-8508-99F04973E621}" srcOrd="0" destOrd="0" presId="urn:microsoft.com/office/officeart/2018/2/layout/IconCircleList"/>
    <dgm:cxn modelId="{00056AF3-6C85-4FA6-81A3-A45B187AC146}" srcId="{4D7AD32D-4B5E-4632-AA9A-B06D7BE095B1}" destId="{76993705-FFEC-42D5-9B48-702AD4740BC1}" srcOrd="4" destOrd="0" parTransId="{D39DC968-3F79-49C4-9788-0806BD93E459}" sibTransId="{2E7AF635-3D58-4CE3-BFD1-F23057DBA5E3}"/>
    <dgm:cxn modelId="{926B6476-2BDA-4C07-BD3C-7EED6485411A}" type="presOf" srcId="{2E7AF635-3D58-4CE3-BFD1-F23057DBA5E3}" destId="{70FB17B5-C64E-402E-9A5E-39BF9CB70D82}" srcOrd="0" destOrd="0" presId="urn:microsoft.com/office/officeart/2018/2/layout/IconCircleList"/>
    <dgm:cxn modelId="{F7EB3CDF-A61C-48CD-87ED-560023A40725}" srcId="{4D7AD32D-4B5E-4632-AA9A-B06D7BE095B1}" destId="{157CC6D9-44CC-4004-9E75-1019E2E3D4FA}" srcOrd="1" destOrd="0" parTransId="{2481F7A7-B5EA-4AF5-B19A-9898EDA7A4B0}" sibTransId="{5B2B6805-CC05-46F5-B8F9-94E3CC78900C}"/>
    <dgm:cxn modelId="{17738ACC-79A1-4B0B-A9F1-E50581B8EBC7}" type="presOf" srcId="{157CC6D9-44CC-4004-9E75-1019E2E3D4FA}" destId="{03425C8C-684C-4C97-8B97-C26BAE5F9762}" srcOrd="0" destOrd="0" presId="urn:microsoft.com/office/officeart/2018/2/layout/IconCircleList"/>
    <dgm:cxn modelId="{CC2E8FDE-CEB3-4DC6-BCE8-6BA1E6133CDF}" srcId="{4D7AD32D-4B5E-4632-AA9A-B06D7BE095B1}" destId="{713782EE-C32E-408B-A7C0-8783995B34DE}" srcOrd="6" destOrd="0" parTransId="{00A9C2FE-0D66-49D5-96A2-4DAA8EFF5C36}" sibTransId="{4D0C99AF-A918-4B45-A44F-08A1B8EC5015}"/>
    <dgm:cxn modelId="{9A1548B2-935B-4919-8917-7F37CDB1E019}" type="presOf" srcId="{C3DDAAE2-8BA4-4AA9-B717-9F2A3C37BE5D}" destId="{57AEB5BC-3906-440D-B56D-94CE99512F53}" srcOrd="0" destOrd="0" presId="urn:microsoft.com/office/officeart/2018/2/layout/IconCircleList"/>
    <dgm:cxn modelId="{B9CF7E94-AF50-4FFF-8536-EB2288309ACB}" srcId="{4D7AD32D-4B5E-4632-AA9A-B06D7BE095B1}" destId="{D6FF0C1E-C9E5-484C-BBC6-7F719ECA541F}" srcOrd="2" destOrd="0" parTransId="{25457830-9F04-4E46-83F0-FFF7B6B00BAD}" sibTransId="{738C2AE0-CB0F-4870-B3FF-128E1D145DB3}"/>
    <dgm:cxn modelId="{8A7058C6-4BB3-475E-8308-3F6DFA3916B3}" type="presOf" srcId="{ACCA8D59-0A26-449B-9DC7-5D431DFA16DC}" destId="{622A0F88-DACA-48D5-AED2-8DE40127ACD5}" srcOrd="0" destOrd="0" presId="urn:microsoft.com/office/officeart/2018/2/layout/IconCircleList"/>
    <dgm:cxn modelId="{90F91FEB-E7F9-4538-82F1-233742E751E2}" srcId="{4D7AD32D-4B5E-4632-AA9A-B06D7BE095B1}" destId="{3E77F3A2-34E0-461D-93BD-15FCB33C2125}" srcOrd="5" destOrd="0" parTransId="{794C5BD8-8816-4F46-B2FF-3050831858B8}" sibTransId="{F5F0DD6B-A21B-4EE1-82E3-8908456C69A5}"/>
    <dgm:cxn modelId="{5BE18E7F-E1A2-434D-B7F5-D58839D63713}" type="presOf" srcId="{4D7AD32D-4B5E-4632-AA9A-B06D7BE095B1}" destId="{CFD4EFF3-D6C4-4A5B-AD0D-256B2B8933E6}" srcOrd="0" destOrd="0" presId="urn:microsoft.com/office/officeart/2018/2/layout/IconCircleList"/>
    <dgm:cxn modelId="{692F558D-49C9-4B7F-8336-321944869FD8}" srcId="{4D7AD32D-4B5E-4632-AA9A-B06D7BE095B1}" destId="{53D70361-7A8E-41D5-A887-B4D547B6818A}" srcOrd="3" destOrd="0" parTransId="{591D922D-2981-4BA4-9DB4-324E94960BF7}" sibTransId="{C3DDAAE2-8BA4-4AA9-B717-9F2A3C37BE5D}"/>
    <dgm:cxn modelId="{4F3C56FC-8B5F-448E-A240-6AD323A8E1F6}" type="presOf" srcId="{4D0C99AF-A918-4B45-A44F-08A1B8EC5015}" destId="{3AB989B1-B38E-411B-BF0C-EF94F8A66B85}" srcOrd="0" destOrd="0" presId="urn:microsoft.com/office/officeart/2018/2/layout/IconCircleList"/>
    <dgm:cxn modelId="{85DC2B20-AEB1-44F9-B6BF-55C20653D590}" type="presOf" srcId="{53D70361-7A8E-41D5-A887-B4D547B6818A}" destId="{6FE8452C-FA4A-4FEF-8DA3-5B33385D2914}" srcOrd="0" destOrd="0" presId="urn:microsoft.com/office/officeart/2018/2/layout/IconCircleList"/>
    <dgm:cxn modelId="{67BF7A51-7E20-4BD6-B555-C862871D49D2}" type="presOf" srcId="{24DD7413-71B2-43FE-B518-623A05442718}" destId="{F430D039-AC09-4359-ACEC-41AB006758C1}" srcOrd="0" destOrd="0" presId="urn:microsoft.com/office/officeart/2018/2/layout/IconCircleList"/>
    <dgm:cxn modelId="{15585F7A-F27F-48A9-AC65-15A3BA06B6FB}" srcId="{4D7AD32D-4B5E-4632-AA9A-B06D7BE095B1}" destId="{9C3172EC-4B4B-4FD6-8FCB-A47A40EC8C86}" srcOrd="8" destOrd="0" parTransId="{45DDE4AC-8295-4610-B7A0-FC0C68405832}" sibTransId="{61EBE63C-0A88-4479-9508-63E99BE57CA4}"/>
    <dgm:cxn modelId="{17170082-A0B5-4508-B8DB-953141658BA0}" type="presOf" srcId="{76993705-FFEC-42D5-9B48-702AD4740BC1}" destId="{6565A814-4688-40A3-8F79-7E3EFB7926C1}" srcOrd="0" destOrd="0" presId="urn:microsoft.com/office/officeart/2018/2/layout/IconCircleList"/>
    <dgm:cxn modelId="{71D970D5-35D1-406E-9CCB-AEDA52E181CE}" srcId="{4D7AD32D-4B5E-4632-AA9A-B06D7BE095B1}" destId="{ACCA8D59-0A26-449B-9DC7-5D431DFA16DC}" srcOrd="7" destOrd="0" parTransId="{DED34993-514F-4B7C-B644-F474E0B591A6}" sibTransId="{8ADA9713-D48D-43CC-9234-A7B150DFDCF2}"/>
    <dgm:cxn modelId="{DBB7BC7F-CA61-441D-BB8C-CF46C0EFA876}" type="presOf" srcId="{8ADA9713-D48D-43CC-9234-A7B150DFDCF2}" destId="{724D74FA-D2E2-44CA-B596-DA057ED274E3}" srcOrd="0" destOrd="0" presId="urn:microsoft.com/office/officeart/2018/2/layout/IconCircleList"/>
    <dgm:cxn modelId="{975F05BC-2351-45E3-9A29-82DAE6351EA6}" type="presOf" srcId="{3E77F3A2-34E0-461D-93BD-15FCB33C2125}" destId="{F51B20D4-D803-414A-978D-1F7EDC95FD7A}" srcOrd="0" destOrd="0" presId="urn:microsoft.com/office/officeart/2018/2/layout/IconCircleList"/>
    <dgm:cxn modelId="{FF838FF9-8C4A-470F-AF66-38A2AC1A5F40}" srcId="{4D7AD32D-4B5E-4632-AA9A-B06D7BE095B1}" destId="{7B0B3439-F45A-4AE3-A2E2-654ABFE9B0D5}" srcOrd="0" destOrd="0" parTransId="{EF39D60D-28EE-43BE-B8DF-7FEA7D9A0E2B}" sibTransId="{24DD7413-71B2-43FE-B518-623A05442718}"/>
    <dgm:cxn modelId="{980BDAA8-DB83-49AD-BD4B-063DE3454C32}" type="presOf" srcId="{713782EE-C32E-408B-A7C0-8783995B34DE}" destId="{5DF46277-3AF2-4036-B7C0-9A291A91598C}" srcOrd="0" destOrd="0" presId="urn:microsoft.com/office/officeart/2018/2/layout/IconCircleList"/>
    <dgm:cxn modelId="{361968C8-6BFE-45B7-AB53-7B64604000F8}" type="presParOf" srcId="{CFD4EFF3-D6C4-4A5B-AD0D-256B2B8933E6}" destId="{76671D92-4D79-4795-BD03-6EF622C59AEA}" srcOrd="0" destOrd="0" presId="urn:microsoft.com/office/officeart/2018/2/layout/IconCircleList"/>
    <dgm:cxn modelId="{555845DC-A0FF-4DEA-A93E-853F9548B6D0}" type="presParOf" srcId="{76671D92-4D79-4795-BD03-6EF622C59AEA}" destId="{1BB1657E-00AA-4E7C-8EBD-99C063F571A5}" srcOrd="0" destOrd="0" presId="urn:microsoft.com/office/officeart/2018/2/layout/IconCircleList"/>
    <dgm:cxn modelId="{E16984C5-A7CE-4A90-87EB-4E873C51EF4D}" type="presParOf" srcId="{1BB1657E-00AA-4E7C-8EBD-99C063F571A5}" destId="{14822D9F-5A68-4FBE-8B57-57B882B5EC37}" srcOrd="0" destOrd="0" presId="urn:microsoft.com/office/officeart/2018/2/layout/IconCircleList"/>
    <dgm:cxn modelId="{B87316FD-A6D5-4D40-B2AF-A6E1C2FE1A51}" type="presParOf" srcId="{1BB1657E-00AA-4E7C-8EBD-99C063F571A5}" destId="{0F2BB93C-FA34-49B4-A506-9D229F07B571}" srcOrd="1" destOrd="0" presId="urn:microsoft.com/office/officeart/2018/2/layout/IconCircleList"/>
    <dgm:cxn modelId="{EBF39A68-923B-4E85-9DD1-0C3359C6298B}" type="presParOf" srcId="{1BB1657E-00AA-4E7C-8EBD-99C063F571A5}" destId="{879105AE-D903-45C4-9382-871B11B183E4}" srcOrd="2" destOrd="0" presId="urn:microsoft.com/office/officeart/2018/2/layout/IconCircleList"/>
    <dgm:cxn modelId="{4CB9D8C5-D631-4BE9-8EBE-C60C633373E6}" type="presParOf" srcId="{1BB1657E-00AA-4E7C-8EBD-99C063F571A5}" destId="{0BD03C78-CB17-42C4-8508-99F04973E621}" srcOrd="3" destOrd="0" presId="urn:microsoft.com/office/officeart/2018/2/layout/IconCircleList"/>
    <dgm:cxn modelId="{65974342-B7AE-4006-B9D0-58B5862F9BCA}" type="presParOf" srcId="{76671D92-4D79-4795-BD03-6EF622C59AEA}" destId="{F430D039-AC09-4359-ACEC-41AB006758C1}" srcOrd="1" destOrd="0" presId="urn:microsoft.com/office/officeart/2018/2/layout/IconCircleList"/>
    <dgm:cxn modelId="{984F59FC-0F9B-489A-8FC6-EEB556581344}" type="presParOf" srcId="{76671D92-4D79-4795-BD03-6EF622C59AEA}" destId="{6D23E125-A1D2-426A-8E84-BA762252AF0A}" srcOrd="2" destOrd="0" presId="urn:microsoft.com/office/officeart/2018/2/layout/IconCircleList"/>
    <dgm:cxn modelId="{B2F43912-E8F1-4181-B03E-8A5E68352106}" type="presParOf" srcId="{6D23E125-A1D2-426A-8E84-BA762252AF0A}" destId="{EB8264B1-D809-434A-A7F2-8C005BD6DD6D}" srcOrd="0" destOrd="0" presId="urn:microsoft.com/office/officeart/2018/2/layout/IconCircleList"/>
    <dgm:cxn modelId="{DC333CE7-8306-46B1-8824-A409E0EAC587}" type="presParOf" srcId="{6D23E125-A1D2-426A-8E84-BA762252AF0A}" destId="{747CC1CF-0D2B-4BCC-A12A-2A9C66678B2C}" srcOrd="1" destOrd="0" presId="urn:microsoft.com/office/officeart/2018/2/layout/IconCircleList"/>
    <dgm:cxn modelId="{BCA7BC69-D602-47DF-A272-5DF204AE8C66}" type="presParOf" srcId="{6D23E125-A1D2-426A-8E84-BA762252AF0A}" destId="{6370E94A-23ED-4CD1-9BEA-4C5313284B63}" srcOrd="2" destOrd="0" presId="urn:microsoft.com/office/officeart/2018/2/layout/IconCircleList"/>
    <dgm:cxn modelId="{FEAFE007-5C96-4815-850E-5F9B7CEB72B2}" type="presParOf" srcId="{6D23E125-A1D2-426A-8E84-BA762252AF0A}" destId="{03425C8C-684C-4C97-8B97-C26BAE5F9762}" srcOrd="3" destOrd="0" presId="urn:microsoft.com/office/officeart/2018/2/layout/IconCircleList"/>
    <dgm:cxn modelId="{2E1B87AF-1D06-47D9-8FB6-F45C8ABB746E}" type="presParOf" srcId="{76671D92-4D79-4795-BD03-6EF622C59AEA}" destId="{1103F9B1-3D3F-480C-BE1F-DA2877FF5EEB}" srcOrd="3" destOrd="0" presId="urn:microsoft.com/office/officeart/2018/2/layout/IconCircleList"/>
    <dgm:cxn modelId="{BA62807F-C92A-4BAA-B2A4-EB92E5E54874}" type="presParOf" srcId="{76671D92-4D79-4795-BD03-6EF622C59AEA}" destId="{A695DBEE-5597-4268-9C21-06A08B61A6D4}" srcOrd="4" destOrd="0" presId="urn:microsoft.com/office/officeart/2018/2/layout/IconCircleList"/>
    <dgm:cxn modelId="{EDEFC77A-A1EC-48E0-A94D-0C87BE7C8339}" type="presParOf" srcId="{A695DBEE-5597-4268-9C21-06A08B61A6D4}" destId="{F054EB93-3727-4A5B-9339-1D9EE925BA27}" srcOrd="0" destOrd="0" presId="urn:microsoft.com/office/officeart/2018/2/layout/IconCircleList"/>
    <dgm:cxn modelId="{542A827B-8CED-443C-9570-D1D66021FA75}" type="presParOf" srcId="{A695DBEE-5597-4268-9C21-06A08B61A6D4}" destId="{DA38D33F-C056-4A81-AA1B-2059F4A6D2F1}" srcOrd="1" destOrd="0" presId="urn:microsoft.com/office/officeart/2018/2/layout/IconCircleList"/>
    <dgm:cxn modelId="{8ADFFC1B-91A2-4E24-84BB-2B0D62C0BE14}" type="presParOf" srcId="{A695DBEE-5597-4268-9C21-06A08B61A6D4}" destId="{E877C4CC-10F0-4EC1-B308-0BEC03A038E1}" srcOrd="2" destOrd="0" presId="urn:microsoft.com/office/officeart/2018/2/layout/IconCircleList"/>
    <dgm:cxn modelId="{6672A247-270B-48B5-93C3-B8A389E2CFF4}" type="presParOf" srcId="{A695DBEE-5597-4268-9C21-06A08B61A6D4}" destId="{2C03E362-327C-4B32-98E5-04C6051B9A86}" srcOrd="3" destOrd="0" presId="urn:microsoft.com/office/officeart/2018/2/layout/IconCircleList"/>
    <dgm:cxn modelId="{31F75331-137E-427B-87C2-AF4442BA2B7E}" type="presParOf" srcId="{76671D92-4D79-4795-BD03-6EF622C59AEA}" destId="{5AE47866-0C9C-4F86-ABFB-CE9FAD24673A}" srcOrd="5" destOrd="0" presId="urn:microsoft.com/office/officeart/2018/2/layout/IconCircleList"/>
    <dgm:cxn modelId="{16758EDF-8224-4965-B054-9E2BFFD46FB8}" type="presParOf" srcId="{76671D92-4D79-4795-BD03-6EF622C59AEA}" destId="{20269255-25F7-44E4-B9E1-B56C071FB051}" srcOrd="6" destOrd="0" presId="urn:microsoft.com/office/officeart/2018/2/layout/IconCircleList"/>
    <dgm:cxn modelId="{DF5C5AB2-A0F8-4BEB-BC18-4FE1A78562E6}" type="presParOf" srcId="{20269255-25F7-44E4-B9E1-B56C071FB051}" destId="{B397C4F7-D09D-4538-88CA-75022C4A33DF}" srcOrd="0" destOrd="0" presId="urn:microsoft.com/office/officeart/2018/2/layout/IconCircleList"/>
    <dgm:cxn modelId="{1F69DDAA-AF24-49B7-A0F6-11D94196415F}" type="presParOf" srcId="{20269255-25F7-44E4-B9E1-B56C071FB051}" destId="{7A20AF36-D869-43EE-9505-4034147E61E2}" srcOrd="1" destOrd="0" presId="urn:microsoft.com/office/officeart/2018/2/layout/IconCircleList"/>
    <dgm:cxn modelId="{6EC95E45-8DB5-485D-902A-55BFDC4DBA67}" type="presParOf" srcId="{20269255-25F7-44E4-B9E1-B56C071FB051}" destId="{46E06286-4044-47DE-9001-BDA20A5545E1}" srcOrd="2" destOrd="0" presId="urn:microsoft.com/office/officeart/2018/2/layout/IconCircleList"/>
    <dgm:cxn modelId="{30A175BB-BC96-43D6-8498-CE6FCD8E833C}" type="presParOf" srcId="{20269255-25F7-44E4-B9E1-B56C071FB051}" destId="{6FE8452C-FA4A-4FEF-8DA3-5B33385D2914}" srcOrd="3" destOrd="0" presId="urn:microsoft.com/office/officeart/2018/2/layout/IconCircleList"/>
    <dgm:cxn modelId="{B200AEA6-121D-4542-8DE8-EC2021B839E0}" type="presParOf" srcId="{76671D92-4D79-4795-BD03-6EF622C59AEA}" destId="{57AEB5BC-3906-440D-B56D-94CE99512F53}" srcOrd="7" destOrd="0" presId="urn:microsoft.com/office/officeart/2018/2/layout/IconCircleList"/>
    <dgm:cxn modelId="{D7F24C4D-DD24-45A2-8211-F48F2BF4CDAE}" type="presParOf" srcId="{76671D92-4D79-4795-BD03-6EF622C59AEA}" destId="{24414394-B043-496C-A545-B454A9E3F346}" srcOrd="8" destOrd="0" presId="urn:microsoft.com/office/officeart/2018/2/layout/IconCircleList"/>
    <dgm:cxn modelId="{7FAE0B39-C19F-47B4-920F-DC4BB3F30E49}" type="presParOf" srcId="{24414394-B043-496C-A545-B454A9E3F346}" destId="{CB6103EE-09E8-4EB9-9071-AA2197F7F376}" srcOrd="0" destOrd="0" presId="urn:microsoft.com/office/officeart/2018/2/layout/IconCircleList"/>
    <dgm:cxn modelId="{25E15154-6E5C-442D-AFBA-092B9441832C}" type="presParOf" srcId="{24414394-B043-496C-A545-B454A9E3F346}" destId="{35A3F2B0-C275-443B-93AA-BA5E88740904}" srcOrd="1" destOrd="0" presId="urn:microsoft.com/office/officeart/2018/2/layout/IconCircleList"/>
    <dgm:cxn modelId="{CCB1210B-63B9-4E50-94E7-70C8187BCFDF}" type="presParOf" srcId="{24414394-B043-496C-A545-B454A9E3F346}" destId="{127525F5-6B0A-4119-A8F0-2B91C6A8E8DB}" srcOrd="2" destOrd="0" presId="urn:microsoft.com/office/officeart/2018/2/layout/IconCircleList"/>
    <dgm:cxn modelId="{5BFF4F7B-6D5E-4F9E-B6F5-584DD6F2DAD6}" type="presParOf" srcId="{24414394-B043-496C-A545-B454A9E3F346}" destId="{6565A814-4688-40A3-8F79-7E3EFB7926C1}" srcOrd="3" destOrd="0" presId="urn:microsoft.com/office/officeart/2018/2/layout/IconCircleList"/>
    <dgm:cxn modelId="{389904CD-0868-40D5-B721-026E32762600}" type="presParOf" srcId="{76671D92-4D79-4795-BD03-6EF622C59AEA}" destId="{70FB17B5-C64E-402E-9A5E-39BF9CB70D82}" srcOrd="9" destOrd="0" presId="urn:microsoft.com/office/officeart/2018/2/layout/IconCircleList"/>
    <dgm:cxn modelId="{98467050-E2CF-462C-95C8-408349D1418F}" type="presParOf" srcId="{76671D92-4D79-4795-BD03-6EF622C59AEA}" destId="{847D11EF-B557-4DCF-954F-04A6E5987F09}" srcOrd="10" destOrd="0" presId="urn:microsoft.com/office/officeart/2018/2/layout/IconCircleList"/>
    <dgm:cxn modelId="{45A52B8D-769F-4C70-95EC-9E063210976A}" type="presParOf" srcId="{847D11EF-B557-4DCF-954F-04A6E5987F09}" destId="{77D2E238-28F2-4B42-9A82-3101516F808D}" srcOrd="0" destOrd="0" presId="urn:microsoft.com/office/officeart/2018/2/layout/IconCircleList"/>
    <dgm:cxn modelId="{96C7EAEF-42F4-492A-A64C-8AC56770D6D9}" type="presParOf" srcId="{847D11EF-B557-4DCF-954F-04A6E5987F09}" destId="{3B8D424C-558C-4420-806C-D357E532DC85}" srcOrd="1" destOrd="0" presId="urn:microsoft.com/office/officeart/2018/2/layout/IconCircleList"/>
    <dgm:cxn modelId="{517A3743-3949-47DD-B893-FA3DFFA17268}" type="presParOf" srcId="{847D11EF-B557-4DCF-954F-04A6E5987F09}" destId="{671E9251-853E-4236-9A33-32E4740B6165}" srcOrd="2" destOrd="0" presId="urn:microsoft.com/office/officeart/2018/2/layout/IconCircleList"/>
    <dgm:cxn modelId="{A3650B7D-39C8-4489-8855-B55CF46362C9}" type="presParOf" srcId="{847D11EF-B557-4DCF-954F-04A6E5987F09}" destId="{F51B20D4-D803-414A-978D-1F7EDC95FD7A}" srcOrd="3" destOrd="0" presId="urn:microsoft.com/office/officeart/2018/2/layout/IconCircleList"/>
    <dgm:cxn modelId="{F4751E9B-C6C7-414F-8640-B5CCE90C097D}" type="presParOf" srcId="{76671D92-4D79-4795-BD03-6EF622C59AEA}" destId="{931479D7-73A6-4CFA-AA4B-4705F7FA112F}" srcOrd="11" destOrd="0" presId="urn:microsoft.com/office/officeart/2018/2/layout/IconCircleList"/>
    <dgm:cxn modelId="{0AD9D5A5-21BC-4DFD-BC75-389851505547}" type="presParOf" srcId="{76671D92-4D79-4795-BD03-6EF622C59AEA}" destId="{A3776613-D6D3-4CC5-B598-6F525A99D6DB}" srcOrd="12" destOrd="0" presId="urn:microsoft.com/office/officeart/2018/2/layout/IconCircleList"/>
    <dgm:cxn modelId="{62A754D7-7968-4FDB-85DB-722371BB6080}" type="presParOf" srcId="{A3776613-D6D3-4CC5-B598-6F525A99D6DB}" destId="{BB4D711A-667F-41C5-AF82-CBB2BBE2CB4C}" srcOrd="0" destOrd="0" presId="urn:microsoft.com/office/officeart/2018/2/layout/IconCircleList"/>
    <dgm:cxn modelId="{F07CD3A6-1B21-4C89-A959-05DC8FEF4864}" type="presParOf" srcId="{A3776613-D6D3-4CC5-B598-6F525A99D6DB}" destId="{0144BB67-8EA2-40C0-AD7C-9CF74CBB20D1}" srcOrd="1" destOrd="0" presId="urn:microsoft.com/office/officeart/2018/2/layout/IconCircleList"/>
    <dgm:cxn modelId="{D2D48DD9-2879-4439-BEAA-630D28456C59}" type="presParOf" srcId="{A3776613-D6D3-4CC5-B598-6F525A99D6DB}" destId="{2E13CFF8-0931-4463-A4BB-CBA1B0DC454E}" srcOrd="2" destOrd="0" presId="urn:microsoft.com/office/officeart/2018/2/layout/IconCircleList"/>
    <dgm:cxn modelId="{6ED0F259-1B26-4D5C-BBB3-4731D6A67E13}" type="presParOf" srcId="{A3776613-D6D3-4CC5-B598-6F525A99D6DB}" destId="{5DF46277-3AF2-4036-B7C0-9A291A91598C}" srcOrd="3" destOrd="0" presId="urn:microsoft.com/office/officeart/2018/2/layout/IconCircleList"/>
    <dgm:cxn modelId="{2AAA7F85-DBAD-431D-8785-8CEE8FA28D46}" type="presParOf" srcId="{76671D92-4D79-4795-BD03-6EF622C59AEA}" destId="{3AB989B1-B38E-411B-BF0C-EF94F8A66B85}" srcOrd="13" destOrd="0" presId="urn:microsoft.com/office/officeart/2018/2/layout/IconCircleList"/>
    <dgm:cxn modelId="{B08DDA0B-14E2-4E13-A012-26A651CBF605}" type="presParOf" srcId="{76671D92-4D79-4795-BD03-6EF622C59AEA}" destId="{72386354-E92C-40EE-BF62-F082D0EA7663}" srcOrd="14" destOrd="0" presId="urn:microsoft.com/office/officeart/2018/2/layout/IconCircleList"/>
    <dgm:cxn modelId="{79B65F3F-4598-4C70-B4F1-AC1EE3B3FB1F}" type="presParOf" srcId="{72386354-E92C-40EE-BF62-F082D0EA7663}" destId="{8C11A2F7-68C4-4390-AC52-EA8F5232587D}" srcOrd="0" destOrd="0" presId="urn:microsoft.com/office/officeart/2018/2/layout/IconCircleList"/>
    <dgm:cxn modelId="{68EC687B-58B6-4A42-B2C6-4B460DB541FD}" type="presParOf" srcId="{72386354-E92C-40EE-BF62-F082D0EA7663}" destId="{62F03C10-8A27-456A-9E10-E3F4C2142AAF}" srcOrd="1" destOrd="0" presId="urn:microsoft.com/office/officeart/2018/2/layout/IconCircleList"/>
    <dgm:cxn modelId="{2D4843BA-286C-44AB-A6A7-E940F0872DEE}" type="presParOf" srcId="{72386354-E92C-40EE-BF62-F082D0EA7663}" destId="{F96A82E9-5A3A-40F8-A3A2-7352D0EFE555}" srcOrd="2" destOrd="0" presId="urn:microsoft.com/office/officeart/2018/2/layout/IconCircleList"/>
    <dgm:cxn modelId="{E86EE682-7029-461D-BA74-EAEBFFF717FA}" type="presParOf" srcId="{72386354-E92C-40EE-BF62-F082D0EA7663}" destId="{622A0F88-DACA-48D5-AED2-8DE40127ACD5}" srcOrd="3" destOrd="0" presId="urn:microsoft.com/office/officeart/2018/2/layout/IconCircleList"/>
    <dgm:cxn modelId="{D59972C2-4BD3-4F03-A684-28971E9107B5}" type="presParOf" srcId="{76671D92-4D79-4795-BD03-6EF622C59AEA}" destId="{724D74FA-D2E2-44CA-B596-DA057ED274E3}" srcOrd="15" destOrd="0" presId="urn:microsoft.com/office/officeart/2018/2/layout/IconCircleList"/>
    <dgm:cxn modelId="{909E27AD-C9C4-4D99-9ED1-A692EBE481C8}" type="presParOf" srcId="{76671D92-4D79-4795-BD03-6EF622C59AEA}" destId="{E40D337C-8BEC-4F76-8CA8-21B79079596E}" srcOrd="16" destOrd="0" presId="urn:microsoft.com/office/officeart/2018/2/layout/IconCircleList"/>
    <dgm:cxn modelId="{8B381F93-CF12-4295-9734-2823C6B6D0A8}" type="presParOf" srcId="{E40D337C-8BEC-4F76-8CA8-21B79079596E}" destId="{A307CABF-4BD5-47B4-AB0F-7C33145DB35C}" srcOrd="0" destOrd="0" presId="urn:microsoft.com/office/officeart/2018/2/layout/IconCircleList"/>
    <dgm:cxn modelId="{1B90D8B4-5A58-498A-AC0C-6C35768A9030}" type="presParOf" srcId="{E40D337C-8BEC-4F76-8CA8-21B79079596E}" destId="{385389AF-2329-4DF3-BCC2-B01C24EA2887}" srcOrd="1" destOrd="0" presId="urn:microsoft.com/office/officeart/2018/2/layout/IconCircleList"/>
    <dgm:cxn modelId="{731A5F53-A416-47A7-AB60-6B1EB1BED87F}" type="presParOf" srcId="{E40D337C-8BEC-4F76-8CA8-21B79079596E}" destId="{C586C423-96D8-40B6-8E17-4744C1EB4B3F}" srcOrd="2" destOrd="0" presId="urn:microsoft.com/office/officeart/2018/2/layout/IconCircleList"/>
    <dgm:cxn modelId="{1652F57A-EFFC-4F01-B175-48F09A4197FB}" type="presParOf" srcId="{E40D337C-8BEC-4F76-8CA8-21B79079596E}" destId="{1CF694BC-9737-4239-9EFB-D8DA2BDB6A7A}"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822D9F-5A68-4FBE-8B57-57B882B5EC37}">
      <dsp:nvSpPr>
        <dsp:cNvPr id="0" name=""/>
        <dsp:cNvSpPr/>
      </dsp:nvSpPr>
      <dsp:spPr>
        <a:xfrm>
          <a:off x="370942" y="151532"/>
          <a:ext cx="814091" cy="81409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F2BB93C-FA34-49B4-A506-9D229F07B571}">
      <dsp:nvSpPr>
        <dsp:cNvPr id="0" name=""/>
        <dsp:cNvSpPr/>
      </dsp:nvSpPr>
      <dsp:spPr>
        <a:xfrm>
          <a:off x="541901" y="322491"/>
          <a:ext cx="472173" cy="472173"/>
        </a:xfrm>
        <a:prstGeom prst="rect">
          <a:avLst/>
        </a:prstGeom>
        <a:blipFill>
          <a:blip xmlns:r="http://schemas.openxmlformats.org/officeDocument/2006/relationships" r:embed="rId1" cstate="hqprint">
            <a:extLst>
              <a:ext uri="{28A0092B-C50C-407E-A947-70E740481C1C}">
                <a14:useLocalDpi xmlns:a14="http://schemas.microsoft.com/office/drawing/2010/main" val="0"/>
              </a:ext>
              <a:ext uri="{96DAC541-7B7A-43D3-8B79-37D633B846F1}">
                <asvg:svgBlip xmlns:asvg="http://schemas.microsoft.com/office/drawing/2016/SVG/main" xmlns=""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D03C78-CB17-42C4-8508-99F04973E621}">
      <dsp:nvSpPr>
        <dsp:cNvPr id="0" name=""/>
        <dsp:cNvSpPr/>
      </dsp:nvSpPr>
      <dsp:spPr>
        <a:xfrm>
          <a:off x="1359482" y="151532"/>
          <a:ext cx="1918930" cy="814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666750">
            <a:lnSpc>
              <a:spcPct val="100000"/>
            </a:lnSpc>
            <a:spcBef>
              <a:spcPct val="0"/>
            </a:spcBef>
            <a:spcAft>
              <a:spcPct val="35000"/>
            </a:spcAft>
          </a:pPr>
          <a:r>
            <a:rPr lang="en-US" sz="1500" b="1" i="0" kern="1200" baseline="0" dirty="0"/>
            <a:t>AI-based landmark recognition</a:t>
          </a:r>
          <a:r>
            <a:rPr lang="en-US" sz="1500" b="0" i="0" kern="1200" baseline="0" dirty="0"/>
            <a:t> from uploaded images</a:t>
          </a:r>
          <a:endParaRPr lang="en-US" sz="1500" kern="1200" dirty="0"/>
        </a:p>
      </dsp:txBody>
      <dsp:txXfrm>
        <a:off x="1359482" y="151532"/>
        <a:ext cx="1918930" cy="814091"/>
      </dsp:txXfrm>
    </dsp:sp>
    <dsp:sp modelId="{EB8264B1-D809-434A-A7F2-8C005BD6DD6D}">
      <dsp:nvSpPr>
        <dsp:cNvPr id="0" name=""/>
        <dsp:cNvSpPr/>
      </dsp:nvSpPr>
      <dsp:spPr>
        <a:xfrm>
          <a:off x="3612771" y="151532"/>
          <a:ext cx="814091" cy="81409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7CC1CF-0D2B-4BCC-A12A-2A9C66678B2C}">
      <dsp:nvSpPr>
        <dsp:cNvPr id="0" name=""/>
        <dsp:cNvSpPr/>
      </dsp:nvSpPr>
      <dsp:spPr>
        <a:xfrm>
          <a:off x="3783730" y="322491"/>
          <a:ext cx="472173" cy="472173"/>
        </a:xfrm>
        <a:prstGeom prst="rect">
          <a:avLst/>
        </a:prstGeom>
        <a:blipFill>
          <a:blip xmlns:r="http://schemas.openxmlformats.org/officeDocument/2006/relationships" r:embed="rId3" cstate="hqprint">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425C8C-684C-4C97-8B97-C26BAE5F9762}">
      <dsp:nvSpPr>
        <dsp:cNvPr id="0" name=""/>
        <dsp:cNvSpPr/>
      </dsp:nvSpPr>
      <dsp:spPr>
        <a:xfrm>
          <a:off x="4601311" y="151532"/>
          <a:ext cx="1918930" cy="814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666750">
            <a:lnSpc>
              <a:spcPct val="100000"/>
            </a:lnSpc>
            <a:spcBef>
              <a:spcPct val="0"/>
            </a:spcBef>
            <a:spcAft>
              <a:spcPct val="35000"/>
            </a:spcAft>
          </a:pPr>
          <a:r>
            <a:rPr lang="en-US" sz="1500" b="1" i="0" kern="1200" baseline="0" dirty="0">
              <a:latin typeface="Times New Roman" panose="02020603050405020304" pitchFamily="18" charset="0"/>
              <a:cs typeface="Times New Roman" panose="02020603050405020304" pitchFamily="18" charset="0"/>
            </a:rPr>
            <a:t>Automatic landmark details</a:t>
          </a:r>
          <a:r>
            <a:rPr lang="en-US" sz="1500" b="0" i="0" kern="1200" baseline="0" dirty="0">
              <a:latin typeface="Times New Roman" panose="02020603050405020304" pitchFamily="18" charset="0"/>
              <a:cs typeface="Times New Roman" panose="02020603050405020304" pitchFamily="18" charset="0"/>
            </a:rPr>
            <a:t>: name, history, location</a:t>
          </a:r>
          <a:endParaRPr lang="en-US" sz="1500" kern="1200" dirty="0">
            <a:latin typeface="Times New Roman" panose="02020603050405020304" pitchFamily="18" charset="0"/>
            <a:cs typeface="Times New Roman" panose="02020603050405020304" pitchFamily="18" charset="0"/>
          </a:endParaRPr>
        </a:p>
      </dsp:txBody>
      <dsp:txXfrm>
        <a:off x="4601311" y="151532"/>
        <a:ext cx="1918930" cy="814091"/>
      </dsp:txXfrm>
    </dsp:sp>
    <dsp:sp modelId="{F054EB93-3727-4A5B-9339-1D9EE925BA27}">
      <dsp:nvSpPr>
        <dsp:cNvPr id="0" name=""/>
        <dsp:cNvSpPr/>
      </dsp:nvSpPr>
      <dsp:spPr>
        <a:xfrm>
          <a:off x="6854600" y="151532"/>
          <a:ext cx="814091" cy="81409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38D33F-C056-4A81-AA1B-2059F4A6D2F1}">
      <dsp:nvSpPr>
        <dsp:cNvPr id="0" name=""/>
        <dsp:cNvSpPr/>
      </dsp:nvSpPr>
      <dsp:spPr>
        <a:xfrm>
          <a:off x="7025559" y="322491"/>
          <a:ext cx="472173" cy="472173"/>
        </a:xfrm>
        <a:prstGeom prst="rect">
          <a:avLst/>
        </a:prstGeom>
        <a:blipFill>
          <a:blip xmlns:r="http://schemas.openxmlformats.org/officeDocument/2006/relationships" r:embed="rId5" cstate="hq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03E362-327C-4B32-98E5-04C6051B9A86}">
      <dsp:nvSpPr>
        <dsp:cNvPr id="0" name=""/>
        <dsp:cNvSpPr/>
      </dsp:nvSpPr>
      <dsp:spPr>
        <a:xfrm>
          <a:off x="7843140" y="151532"/>
          <a:ext cx="1918930" cy="814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666750">
            <a:lnSpc>
              <a:spcPct val="100000"/>
            </a:lnSpc>
            <a:spcBef>
              <a:spcPct val="0"/>
            </a:spcBef>
            <a:spcAft>
              <a:spcPct val="35000"/>
            </a:spcAft>
          </a:pPr>
          <a:r>
            <a:rPr lang="en-US" sz="1500" b="1" i="0" kern="1200" baseline="0" dirty="0">
              <a:latin typeface="Times New Roman" panose="02020603050405020304" pitchFamily="18" charset="0"/>
              <a:cs typeface="Times New Roman" panose="02020603050405020304" pitchFamily="18" charset="0"/>
            </a:rPr>
            <a:t>Detects user’s current location</a:t>
          </a:r>
          <a:endParaRPr lang="en-US" sz="1500" kern="1200" dirty="0">
            <a:latin typeface="Times New Roman" panose="02020603050405020304" pitchFamily="18" charset="0"/>
            <a:cs typeface="Times New Roman" panose="02020603050405020304" pitchFamily="18" charset="0"/>
          </a:endParaRPr>
        </a:p>
      </dsp:txBody>
      <dsp:txXfrm>
        <a:off x="7843140" y="151532"/>
        <a:ext cx="1918930" cy="814091"/>
      </dsp:txXfrm>
    </dsp:sp>
    <dsp:sp modelId="{B397C4F7-D09D-4538-88CA-75022C4A33DF}">
      <dsp:nvSpPr>
        <dsp:cNvPr id="0" name=""/>
        <dsp:cNvSpPr/>
      </dsp:nvSpPr>
      <dsp:spPr>
        <a:xfrm>
          <a:off x="370942" y="1672757"/>
          <a:ext cx="814091" cy="81409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20AF36-D869-43EE-9505-4034147E61E2}">
      <dsp:nvSpPr>
        <dsp:cNvPr id="0" name=""/>
        <dsp:cNvSpPr/>
      </dsp:nvSpPr>
      <dsp:spPr>
        <a:xfrm>
          <a:off x="541901" y="1843716"/>
          <a:ext cx="472173" cy="472173"/>
        </a:xfrm>
        <a:prstGeom prst="rect">
          <a:avLst/>
        </a:prstGeom>
        <a:blipFill>
          <a:blip xmlns:r="http://schemas.openxmlformats.org/officeDocument/2006/relationships" r:embed="rId7" cstate="hqprint">
            <a:extLst>
              <a:ext uri="{28A0092B-C50C-407E-A947-70E740481C1C}">
                <a14:useLocalDpi xmlns:a14="http://schemas.microsoft.com/office/drawing/2010/main" val="0"/>
              </a:ext>
              <a:ext uri="{96DAC541-7B7A-43D3-8B79-37D633B846F1}">
                <asvg:svgBlip xmlns:asvg="http://schemas.microsoft.com/office/drawing/2016/SVG/main" xmlns=""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E8452C-FA4A-4FEF-8DA3-5B33385D2914}">
      <dsp:nvSpPr>
        <dsp:cNvPr id="0" name=""/>
        <dsp:cNvSpPr/>
      </dsp:nvSpPr>
      <dsp:spPr>
        <a:xfrm>
          <a:off x="1359482" y="1672757"/>
          <a:ext cx="1918930" cy="814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666750">
            <a:lnSpc>
              <a:spcPct val="100000"/>
            </a:lnSpc>
            <a:spcBef>
              <a:spcPct val="0"/>
            </a:spcBef>
            <a:spcAft>
              <a:spcPct val="35000"/>
            </a:spcAft>
          </a:pPr>
          <a:r>
            <a:rPr lang="en-US" sz="1500" b="1" i="0" kern="1200" baseline="0" dirty="0">
              <a:latin typeface="Times New Roman" panose="02020603050405020304" pitchFamily="18" charset="0"/>
              <a:cs typeface="Times New Roman" panose="02020603050405020304" pitchFamily="18" charset="0"/>
            </a:rPr>
            <a:t>Estimates travel distance (in km)</a:t>
          </a:r>
          <a:r>
            <a:rPr lang="en-US" sz="1500" b="0" i="0" kern="1200" baseline="0" dirty="0">
              <a:latin typeface="Times New Roman" panose="02020603050405020304" pitchFamily="18" charset="0"/>
              <a:cs typeface="Times New Roman" panose="02020603050405020304" pitchFamily="18" charset="0"/>
            </a:rPr>
            <a:t> and </a:t>
          </a:r>
          <a:r>
            <a:rPr lang="en-US" sz="1500" b="1" i="0" kern="1200" baseline="0" dirty="0">
              <a:latin typeface="Times New Roman" panose="02020603050405020304" pitchFamily="18" charset="0"/>
              <a:cs typeface="Times New Roman" panose="02020603050405020304" pitchFamily="18" charset="0"/>
            </a:rPr>
            <a:t>time required to reach</a:t>
          </a:r>
          <a:endParaRPr lang="en-US" sz="1500" kern="1200" dirty="0">
            <a:latin typeface="Times New Roman" panose="02020603050405020304" pitchFamily="18" charset="0"/>
            <a:cs typeface="Times New Roman" panose="02020603050405020304" pitchFamily="18" charset="0"/>
          </a:endParaRPr>
        </a:p>
      </dsp:txBody>
      <dsp:txXfrm>
        <a:off x="1359482" y="1672757"/>
        <a:ext cx="1918930" cy="814091"/>
      </dsp:txXfrm>
    </dsp:sp>
    <dsp:sp modelId="{CB6103EE-09E8-4EB9-9071-AA2197F7F376}">
      <dsp:nvSpPr>
        <dsp:cNvPr id="0" name=""/>
        <dsp:cNvSpPr/>
      </dsp:nvSpPr>
      <dsp:spPr>
        <a:xfrm>
          <a:off x="3612771" y="1672757"/>
          <a:ext cx="814091" cy="814091"/>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A3F2B0-C275-443B-93AA-BA5E88740904}">
      <dsp:nvSpPr>
        <dsp:cNvPr id="0" name=""/>
        <dsp:cNvSpPr/>
      </dsp:nvSpPr>
      <dsp:spPr>
        <a:xfrm>
          <a:off x="3783730" y="1843716"/>
          <a:ext cx="472173" cy="472173"/>
        </a:xfrm>
        <a:prstGeom prst="rect">
          <a:avLst/>
        </a:prstGeom>
        <a:blipFill>
          <a:blip xmlns:r="http://schemas.openxmlformats.org/officeDocument/2006/relationships" r:embed="rId9" cstate="hqprint">
            <a:extLst>
              <a:ext uri="{28A0092B-C50C-407E-A947-70E740481C1C}">
                <a14:useLocalDpi xmlns:a14="http://schemas.microsoft.com/office/drawing/2010/main" val="0"/>
              </a:ext>
              <a:ext uri="{96DAC541-7B7A-43D3-8B79-37D633B846F1}">
                <asvg:svgBlip xmlns:asvg="http://schemas.microsoft.com/office/drawing/2016/SVG/main" xmlns=""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565A814-4688-40A3-8F79-7E3EFB7926C1}">
      <dsp:nvSpPr>
        <dsp:cNvPr id="0" name=""/>
        <dsp:cNvSpPr/>
      </dsp:nvSpPr>
      <dsp:spPr>
        <a:xfrm>
          <a:off x="4601311" y="1672757"/>
          <a:ext cx="1918930" cy="814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666750">
            <a:lnSpc>
              <a:spcPct val="100000"/>
            </a:lnSpc>
            <a:spcBef>
              <a:spcPct val="0"/>
            </a:spcBef>
            <a:spcAft>
              <a:spcPct val="35000"/>
            </a:spcAft>
          </a:pPr>
          <a:r>
            <a:rPr lang="en-US" sz="1500" b="1" i="0" kern="1200" baseline="0" dirty="0">
              <a:latin typeface="Times New Roman" panose="02020603050405020304" pitchFamily="18" charset="0"/>
              <a:cs typeface="Times New Roman" panose="02020603050405020304" pitchFamily="18" charset="0"/>
            </a:rPr>
            <a:t>Suggests transport options</a:t>
          </a:r>
          <a:r>
            <a:rPr lang="en-US" sz="1500" b="0" i="0" kern="1200" baseline="0" dirty="0">
              <a:latin typeface="Times New Roman" panose="02020603050405020304" pitchFamily="18" charset="0"/>
              <a:cs typeface="Times New Roman" panose="02020603050405020304" pitchFamily="18" charset="0"/>
            </a:rPr>
            <a:t>: road, rail, and air</a:t>
          </a:r>
          <a:endParaRPr lang="en-US" sz="1500" kern="1200" dirty="0">
            <a:latin typeface="Times New Roman" panose="02020603050405020304" pitchFamily="18" charset="0"/>
            <a:cs typeface="Times New Roman" panose="02020603050405020304" pitchFamily="18" charset="0"/>
          </a:endParaRPr>
        </a:p>
      </dsp:txBody>
      <dsp:txXfrm>
        <a:off x="4601311" y="1672757"/>
        <a:ext cx="1918930" cy="814091"/>
      </dsp:txXfrm>
    </dsp:sp>
    <dsp:sp modelId="{77D2E238-28F2-4B42-9A82-3101516F808D}">
      <dsp:nvSpPr>
        <dsp:cNvPr id="0" name=""/>
        <dsp:cNvSpPr/>
      </dsp:nvSpPr>
      <dsp:spPr>
        <a:xfrm>
          <a:off x="6854600" y="1672757"/>
          <a:ext cx="814091" cy="81409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8D424C-558C-4420-806C-D357E532DC85}">
      <dsp:nvSpPr>
        <dsp:cNvPr id="0" name=""/>
        <dsp:cNvSpPr/>
      </dsp:nvSpPr>
      <dsp:spPr>
        <a:xfrm>
          <a:off x="7025559" y="1843716"/>
          <a:ext cx="472173" cy="472173"/>
        </a:xfrm>
        <a:prstGeom prst="rect">
          <a:avLst/>
        </a:prstGeom>
        <a:blipFill>
          <a:blip xmlns:r="http://schemas.openxmlformats.org/officeDocument/2006/relationships" r:embed="rId11" cstate="hqprint">
            <a:extLst>
              <a:ext uri="{28A0092B-C50C-407E-A947-70E740481C1C}">
                <a14:useLocalDpi xmlns:a14="http://schemas.microsoft.com/office/drawing/2010/main" val="0"/>
              </a:ext>
              <a:ext uri="{96DAC541-7B7A-43D3-8B79-37D633B846F1}">
                <asvg:svgBlip xmlns:asvg="http://schemas.microsoft.com/office/drawing/2016/SVG/main" xmlns=""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51B20D4-D803-414A-978D-1F7EDC95FD7A}">
      <dsp:nvSpPr>
        <dsp:cNvPr id="0" name=""/>
        <dsp:cNvSpPr/>
      </dsp:nvSpPr>
      <dsp:spPr>
        <a:xfrm>
          <a:off x="7843140" y="1672757"/>
          <a:ext cx="1918930" cy="814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800100">
            <a:lnSpc>
              <a:spcPct val="100000"/>
            </a:lnSpc>
            <a:spcBef>
              <a:spcPct val="0"/>
            </a:spcBef>
            <a:spcAft>
              <a:spcPct val="35000"/>
            </a:spcAft>
          </a:pPr>
          <a:r>
            <a:rPr lang="en-US" sz="1800" b="0" i="0" kern="1200" baseline="0" dirty="0">
              <a:latin typeface="Times New Roman" panose="02020603050405020304" pitchFamily="18" charset="0"/>
              <a:cs typeface="Times New Roman" panose="02020603050405020304" pitchFamily="18" charset="0"/>
            </a:rPr>
            <a:t>Shows </a:t>
          </a:r>
          <a:r>
            <a:rPr lang="en-US" sz="1800" b="1" i="0" kern="1200" baseline="0" dirty="0">
              <a:latin typeface="Times New Roman" panose="02020603050405020304" pitchFamily="18" charset="0"/>
              <a:cs typeface="Times New Roman" panose="02020603050405020304" pitchFamily="18" charset="0"/>
            </a:rPr>
            <a:t>nearby famous places and restaurants</a:t>
          </a:r>
          <a:endParaRPr lang="en-US" sz="1800" kern="1200" dirty="0">
            <a:latin typeface="Times New Roman" panose="02020603050405020304" pitchFamily="18" charset="0"/>
            <a:cs typeface="Times New Roman" panose="02020603050405020304" pitchFamily="18" charset="0"/>
          </a:endParaRPr>
        </a:p>
      </dsp:txBody>
      <dsp:txXfrm>
        <a:off x="7843140" y="1672757"/>
        <a:ext cx="1918930" cy="814091"/>
      </dsp:txXfrm>
    </dsp:sp>
    <dsp:sp modelId="{BB4D711A-667F-41C5-AF82-CBB2BBE2CB4C}">
      <dsp:nvSpPr>
        <dsp:cNvPr id="0" name=""/>
        <dsp:cNvSpPr/>
      </dsp:nvSpPr>
      <dsp:spPr>
        <a:xfrm>
          <a:off x="370942" y="3193981"/>
          <a:ext cx="814091" cy="81409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144BB67-8EA2-40C0-AD7C-9CF74CBB20D1}">
      <dsp:nvSpPr>
        <dsp:cNvPr id="0" name=""/>
        <dsp:cNvSpPr/>
      </dsp:nvSpPr>
      <dsp:spPr>
        <a:xfrm>
          <a:off x="541901" y="3364941"/>
          <a:ext cx="472173" cy="472173"/>
        </a:xfrm>
        <a:prstGeom prst="rect">
          <a:avLst/>
        </a:prstGeom>
        <a:blipFill>
          <a:blip xmlns:r="http://schemas.openxmlformats.org/officeDocument/2006/relationships" r:embed="rId13" cstate="hqprint">
            <a:extLst>
              <a:ext uri="{28A0092B-C50C-407E-A947-70E740481C1C}">
                <a14:useLocalDpi xmlns:a14="http://schemas.microsoft.com/office/drawing/2010/main" val="0"/>
              </a:ext>
              <a:ext uri="{96DAC541-7B7A-43D3-8B79-37D633B846F1}">
                <asvg:svgBlip xmlns:asvg="http://schemas.microsoft.com/office/drawing/2016/SVG/main" xmlns="" r:embed="rId1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DF46277-3AF2-4036-B7C0-9A291A91598C}">
      <dsp:nvSpPr>
        <dsp:cNvPr id="0" name=""/>
        <dsp:cNvSpPr/>
      </dsp:nvSpPr>
      <dsp:spPr>
        <a:xfrm>
          <a:off x="1359482" y="3193981"/>
          <a:ext cx="1918930" cy="814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666750">
            <a:lnSpc>
              <a:spcPct val="100000"/>
            </a:lnSpc>
            <a:spcBef>
              <a:spcPct val="0"/>
            </a:spcBef>
            <a:spcAft>
              <a:spcPct val="35000"/>
            </a:spcAft>
          </a:pPr>
          <a:r>
            <a:rPr lang="en-US" sz="1500" b="0" i="0" kern="1200" baseline="0" dirty="0">
              <a:latin typeface="Times New Roman" panose="02020603050405020304" pitchFamily="18" charset="0"/>
              <a:cs typeface="Times New Roman" panose="02020603050405020304" pitchFamily="18" charset="0"/>
            </a:rPr>
            <a:t>Includes </a:t>
          </a:r>
          <a:r>
            <a:rPr lang="en-US" sz="1500" b="1" i="0" kern="1200" baseline="0" dirty="0">
              <a:latin typeface="Times New Roman" panose="02020603050405020304" pitchFamily="18" charset="0"/>
              <a:cs typeface="Times New Roman" panose="02020603050405020304" pitchFamily="18" charset="0"/>
            </a:rPr>
            <a:t>restaurant ratings</a:t>
          </a:r>
          <a:r>
            <a:rPr lang="en-US" sz="1500" b="0" i="0" kern="1200" baseline="0" dirty="0">
              <a:latin typeface="Times New Roman" panose="02020603050405020304" pitchFamily="18" charset="0"/>
              <a:cs typeface="Times New Roman" panose="02020603050405020304" pitchFamily="18" charset="0"/>
            </a:rPr>
            <a:t> and </a:t>
          </a:r>
          <a:r>
            <a:rPr lang="en-US" sz="1500" b="1" i="0" kern="1200" baseline="0" dirty="0">
              <a:latin typeface="Times New Roman" panose="02020603050405020304" pitchFamily="18" charset="0"/>
              <a:cs typeface="Times New Roman" panose="02020603050405020304" pitchFamily="18" charset="0"/>
            </a:rPr>
            <a:t>distance from landmark</a:t>
          </a:r>
          <a:endParaRPr lang="en-US" sz="1500" kern="1200" dirty="0">
            <a:latin typeface="Times New Roman" panose="02020603050405020304" pitchFamily="18" charset="0"/>
            <a:cs typeface="Times New Roman" panose="02020603050405020304" pitchFamily="18" charset="0"/>
          </a:endParaRPr>
        </a:p>
      </dsp:txBody>
      <dsp:txXfrm>
        <a:off x="1359482" y="3193981"/>
        <a:ext cx="1918930" cy="814091"/>
      </dsp:txXfrm>
    </dsp:sp>
    <dsp:sp modelId="{8C11A2F7-68C4-4390-AC52-EA8F5232587D}">
      <dsp:nvSpPr>
        <dsp:cNvPr id="0" name=""/>
        <dsp:cNvSpPr/>
      </dsp:nvSpPr>
      <dsp:spPr>
        <a:xfrm>
          <a:off x="3612771" y="3193981"/>
          <a:ext cx="814091" cy="81409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F03C10-8A27-456A-9E10-E3F4C2142AAF}">
      <dsp:nvSpPr>
        <dsp:cNvPr id="0" name=""/>
        <dsp:cNvSpPr/>
      </dsp:nvSpPr>
      <dsp:spPr>
        <a:xfrm>
          <a:off x="3783730" y="3364941"/>
          <a:ext cx="472173" cy="472173"/>
        </a:xfrm>
        <a:prstGeom prst="rect">
          <a:avLst/>
        </a:prstGeom>
        <a:blipFill>
          <a:blip xmlns:r="http://schemas.openxmlformats.org/officeDocument/2006/relationships" r:embed="rId15" cstate="hqprint">
            <a:extLst>
              <a:ext uri="{28A0092B-C50C-407E-A947-70E740481C1C}">
                <a14:useLocalDpi xmlns:a14="http://schemas.microsoft.com/office/drawing/2010/main" val="0"/>
              </a:ext>
              <a:ext uri="{96DAC541-7B7A-43D3-8B79-37D633B846F1}">
                <asvg:svgBlip xmlns:asvg="http://schemas.microsoft.com/office/drawing/2016/SVG/main" xmlns="" r:embed="rId1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2A0F88-DACA-48D5-AED2-8DE40127ACD5}">
      <dsp:nvSpPr>
        <dsp:cNvPr id="0" name=""/>
        <dsp:cNvSpPr/>
      </dsp:nvSpPr>
      <dsp:spPr>
        <a:xfrm>
          <a:off x="4601311" y="3193981"/>
          <a:ext cx="1918930" cy="814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666750">
            <a:lnSpc>
              <a:spcPct val="100000"/>
            </a:lnSpc>
            <a:spcBef>
              <a:spcPct val="0"/>
            </a:spcBef>
            <a:spcAft>
              <a:spcPct val="35000"/>
            </a:spcAft>
          </a:pPr>
          <a:r>
            <a:rPr lang="en-US" sz="1500" b="0" i="0" kern="1200" baseline="0" dirty="0">
              <a:latin typeface="Times New Roman" panose="02020603050405020304" pitchFamily="18" charset="0"/>
              <a:cs typeface="Times New Roman" panose="02020603050405020304" pitchFamily="18" charset="0"/>
            </a:rPr>
            <a:t>Allows users to </a:t>
          </a:r>
          <a:r>
            <a:rPr lang="en-US" sz="1500" b="1" i="0" kern="1200" baseline="0" dirty="0">
              <a:latin typeface="Times New Roman" panose="02020603050405020304" pitchFamily="18" charset="0"/>
              <a:cs typeface="Times New Roman" panose="02020603050405020304" pitchFamily="18" charset="0"/>
            </a:rPr>
            <a:t>save and share favorite landmarks</a:t>
          </a:r>
          <a:endParaRPr lang="en-US" sz="1500" kern="1200" dirty="0">
            <a:latin typeface="Times New Roman" panose="02020603050405020304" pitchFamily="18" charset="0"/>
            <a:cs typeface="Times New Roman" panose="02020603050405020304" pitchFamily="18" charset="0"/>
          </a:endParaRPr>
        </a:p>
      </dsp:txBody>
      <dsp:txXfrm>
        <a:off x="4601311" y="3193981"/>
        <a:ext cx="1918930" cy="814091"/>
      </dsp:txXfrm>
    </dsp:sp>
    <dsp:sp modelId="{A307CABF-4BD5-47B4-AB0F-7C33145DB35C}">
      <dsp:nvSpPr>
        <dsp:cNvPr id="0" name=""/>
        <dsp:cNvSpPr/>
      </dsp:nvSpPr>
      <dsp:spPr>
        <a:xfrm>
          <a:off x="6854600" y="3193981"/>
          <a:ext cx="814091" cy="81409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5389AF-2329-4DF3-BCC2-B01C24EA2887}">
      <dsp:nvSpPr>
        <dsp:cNvPr id="0" name=""/>
        <dsp:cNvSpPr/>
      </dsp:nvSpPr>
      <dsp:spPr>
        <a:xfrm>
          <a:off x="7025559" y="3364941"/>
          <a:ext cx="472173" cy="472173"/>
        </a:xfrm>
        <a:prstGeom prst="rect">
          <a:avLst/>
        </a:prstGeom>
        <a:solidFill>
          <a:schemeClr val="bg1">
            <a:hueOff val="0"/>
            <a:satOff val="0"/>
            <a:lumOff val="0"/>
            <a:alphaOff val="0"/>
          </a:schemeClr>
        </a:solidFill>
        <a:ln w="1270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F694BC-9737-4239-9EFB-D8DA2BDB6A7A}">
      <dsp:nvSpPr>
        <dsp:cNvPr id="0" name=""/>
        <dsp:cNvSpPr/>
      </dsp:nvSpPr>
      <dsp:spPr>
        <a:xfrm>
          <a:off x="7843140" y="3193981"/>
          <a:ext cx="1918930" cy="81409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lvl="0" algn="l" defTabSz="800100">
            <a:lnSpc>
              <a:spcPct val="100000"/>
            </a:lnSpc>
            <a:spcBef>
              <a:spcPct val="0"/>
            </a:spcBef>
            <a:spcAft>
              <a:spcPct val="35000"/>
            </a:spcAft>
          </a:pPr>
          <a:r>
            <a:rPr lang="en-US" sz="1800" kern="1200" dirty="0">
              <a:latin typeface="Times New Roman" panose="02020603050405020304" pitchFamily="18" charset="0"/>
              <a:cs typeface="Times New Roman" panose="02020603050405020304" pitchFamily="18" charset="0"/>
            </a:rPr>
            <a:t>Provides</a:t>
          </a:r>
          <a:r>
            <a:rPr lang="en-US" sz="1800" kern="1200" baseline="0" dirty="0">
              <a:latin typeface="Times New Roman" panose="02020603050405020304" pitchFamily="18" charset="0"/>
              <a:cs typeface="Times New Roman" panose="02020603050405020304" pitchFamily="18" charset="0"/>
            </a:rPr>
            <a:t> </a:t>
          </a:r>
          <a:r>
            <a:rPr lang="en-US" sz="1800" kern="1200" baseline="0" dirty="0" err="1">
              <a:latin typeface="Times New Roman" panose="02020603050405020304" pitchFamily="18" charset="0"/>
              <a:cs typeface="Times New Roman" panose="02020603050405020304" pitchFamily="18" charset="0"/>
            </a:rPr>
            <a:t>Accomidation</a:t>
          </a:r>
          <a:r>
            <a:rPr lang="en-US" sz="1800" kern="1200" baseline="0" dirty="0">
              <a:latin typeface="Times New Roman" panose="02020603050405020304" pitchFamily="18" charset="0"/>
              <a:cs typeface="Times New Roman" panose="02020603050405020304" pitchFamily="18" charset="0"/>
            </a:rPr>
            <a:t> to the visitors</a:t>
          </a:r>
          <a:endParaRPr lang="en-US" sz="1800" kern="1200" dirty="0">
            <a:latin typeface="Times New Roman" panose="02020603050405020304" pitchFamily="18" charset="0"/>
            <a:cs typeface="Times New Roman" panose="02020603050405020304" pitchFamily="18" charset="0"/>
          </a:endParaRPr>
        </a:p>
      </dsp:txBody>
      <dsp:txXfrm>
        <a:off x="7843140" y="3193981"/>
        <a:ext cx="1918930" cy="814091"/>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xmlns="">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795089-FF62-4AC1-9A4D-377DB6BB97A6}"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9265A-C171-4492-A367-C59311D8EA00}" type="slidenum">
              <a:rPr lang="en-US" smtClean="0"/>
              <a:t>‹#›</a:t>
            </a:fld>
            <a:endParaRPr lang="en-US"/>
          </a:p>
        </p:txBody>
      </p:sp>
    </p:spTree>
    <p:extLst>
      <p:ext uri="{BB962C8B-B14F-4D97-AF65-F5344CB8AC3E}">
        <p14:creationId xmlns:p14="http://schemas.microsoft.com/office/powerpoint/2010/main" val="41257679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1E9265A-C171-4492-A367-C59311D8EA00}" type="slidenum">
              <a:rPr lang="en-US" smtClean="0"/>
              <a:t>3</a:t>
            </a:fld>
            <a:endParaRPr lang="en-US"/>
          </a:p>
        </p:txBody>
      </p:sp>
    </p:spTree>
    <p:extLst>
      <p:ext uri="{BB962C8B-B14F-4D97-AF65-F5344CB8AC3E}">
        <p14:creationId xmlns:p14="http://schemas.microsoft.com/office/powerpoint/2010/main" val="5886421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A74FC8-247D-6FF1-5B47-43FDD50604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788546C-4025-1D22-2B8F-65D7C7672CE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2C804D5-2A1C-635C-FBFD-3F041F0203D9}"/>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5" name="Footer Placeholder 4">
            <a:extLst>
              <a:ext uri="{FF2B5EF4-FFF2-40B4-BE49-F238E27FC236}">
                <a16:creationId xmlns:a16="http://schemas.microsoft.com/office/drawing/2014/main" id="{DC67FC60-B7A7-A40C-639E-3EBE59565DC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46DBBD-5D7C-AE8D-E886-AE8ED78BF64B}"/>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721579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CC0051-0172-D4FD-539E-6BFD4237D5A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DDF206-9DE2-5838-EB55-1380D6CEA76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67349F9-376D-83E9-4270-1746C99CF3CA}"/>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5" name="Footer Placeholder 4">
            <a:extLst>
              <a:ext uri="{FF2B5EF4-FFF2-40B4-BE49-F238E27FC236}">
                <a16:creationId xmlns:a16="http://schemas.microsoft.com/office/drawing/2014/main" id="{BCC268CE-CB42-2575-1E3E-5A69E27C90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E204DF-2A3D-9F3C-BD25-A74CCD345199}"/>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3412772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1F0A11-8E0A-6FC4-196C-81B44280ED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410404B-3669-D84A-3368-BA87E7D6AB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326D7C2-E6AF-75CA-101A-9CD7DB93B570}"/>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5" name="Footer Placeholder 4">
            <a:extLst>
              <a:ext uri="{FF2B5EF4-FFF2-40B4-BE49-F238E27FC236}">
                <a16:creationId xmlns:a16="http://schemas.microsoft.com/office/drawing/2014/main" id="{D64D29DF-5168-E176-C492-2E8CFE569B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22C16DF-A985-2D5B-FD77-197E073096BA}"/>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1289933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DC4E1-1733-E970-BDA1-F932683427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1B2A6B8-F004-C776-07E5-6C2E98DCD1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A73B13A-6E22-0FF9-5C68-A6C0CF2A4EA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0E95057-44EA-7920-C9BB-3DCCF12FCCFE}"/>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6" name="Footer Placeholder 5">
            <a:extLst>
              <a:ext uri="{FF2B5EF4-FFF2-40B4-BE49-F238E27FC236}">
                <a16:creationId xmlns:a16="http://schemas.microsoft.com/office/drawing/2014/main" id="{61F6ABF0-5CB1-8047-87EC-C4920DEC72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77DE24-85D6-C208-FD3D-2BF4F9146088}"/>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26279539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770A7-F9C7-984C-FB7A-CB62E4B5E92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9E0358-109F-87CE-47FC-36138B58E5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0C72C08-88CC-2874-0B45-86643DC0C8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7CA3D47-3D75-1A12-1A86-FB482802C6A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7459334-F5AA-7490-E758-17422F8497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D3412D2-959D-88C8-F108-1377196616A3}"/>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8" name="Footer Placeholder 7">
            <a:extLst>
              <a:ext uri="{FF2B5EF4-FFF2-40B4-BE49-F238E27FC236}">
                <a16:creationId xmlns:a16="http://schemas.microsoft.com/office/drawing/2014/main" id="{CC247987-2AEE-7617-F97F-56C5EFB4C73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B66A022-D922-3445-B1A1-9FE82BDC2FDC}"/>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1577659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E86A1-5CC2-14F5-2E0C-D1D3AC835F0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C67A336-AE8C-8D43-45EC-F73B95B3C423}"/>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4" name="Footer Placeholder 3">
            <a:extLst>
              <a:ext uri="{FF2B5EF4-FFF2-40B4-BE49-F238E27FC236}">
                <a16:creationId xmlns:a16="http://schemas.microsoft.com/office/drawing/2014/main" id="{A41BADF8-3EBB-9A2B-FBB4-B147DC9B9D2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767B325-8B9C-67DE-8AB5-C3FA53D19413}"/>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400453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DF18E94-D02B-CFFA-745B-FD24670A4B24}"/>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3" name="Footer Placeholder 2">
            <a:extLst>
              <a:ext uri="{FF2B5EF4-FFF2-40B4-BE49-F238E27FC236}">
                <a16:creationId xmlns:a16="http://schemas.microsoft.com/office/drawing/2014/main" id="{59B47326-E0CA-500B-5BB0-1E9A17025E8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F5BE2C1-CCA4-A2C0-A965-10E136A02452}"/>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27414594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EDE2C-F28A-5999-D0EA-CD3F21D0DB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650292-48F9-00AC-19D8-923458D5EA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B615E2E-8012-27F4-0C76-287F9C4AAF1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0924EF-A9AB-841A-A7FF-6E471E6119F2}"/>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6" name="Footer Placeholder 5">
            <a:extLst>
              <a:ext uri="{FF2B5EF4-FFF2-40B4-BE49-F238E27FC236}">
                <a16:creationId xmlns:a16="http://schemas.microsoft.com/office/drawing/2014/main" id="{4EB34B71-377A-C4F5-DADC-F3849F55351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65CFEC-B023-6F27-89E2-CFDE25BE5917}"/>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7426847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8D355-3E88-E126-8A6C-7843AC23A5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CDADE6E-B5A6-8DA7-B91E-3B6A004721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A1E836B-9015-2D89-6DBE-EA469D869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20E259-AA0F-3D78-D454-E2F85B239186}"/>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6" name="Footer Placeholder 5">
            <a:extLst>
              <a:ext uri="{FF2B5EF4-FFF2-40B4-BE49-F238E27FC236}">
                <a16:creationId xmlns:a16="http://schemas.microsoft.com/office/drawing/2014/main" id="{6818BACC-478E-0879-7EB1-9B4EB4224F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BB1E8C0-86FB-9C09-6F51-F7D930C43803}"/>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1258282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BA5A3-4928-103B-5CD6-57405C68D0A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6A3E5E-78C0-882C-B28B-85228DC7F12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EAC3FE-4227-6A29-5FE0-EE6F9D01F0A6}"/>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5" name="Footer Placeholder 4">
            <a:extLst>
              <a:ext uri="{FF2B5EF4-FFF2-40B4-BE49-F238E27FC236}">
                <a16:creationId xmlns:a16="http://schemas.microsoft.com/office/drawing/2014/main" id="{46EE20F0-2B8D-ECF3-F2B7-2E121E01BE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46BA97-5F40-3ACA-00BF-3D0D785519A2}"/>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188143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EFF410-9342-3A4C-C09F-C9174EB72A4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FFDAC1-3FF3-D8F7-8BEE-874BB0AC42C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3ECCD43-EDB0-E325-C22B-F01FCD8D8748}"/>
              </a:ext>
            </a:extLst>
          </p:cNvPr>
          <p:cNvSpPr>
            <a:spLocks noGrp="1"/>
          </p:cNvSpPr>
          <p:nvPr>
            <p:ph type="dt" sz="half" idx="10"/>
          </p:nvPr>
        </p:nvSpPr>
        <p:spPr/>
        <p:txBody>
          <a:bodyPr/>
          <a:lstStyle/>
          <a:p>
            <a:fld id="{3C25B7BC-8C2A-4636-870B-12F592E16FE5}" type="datetimeFigureOut">
              <a:rPr lang="en-IN" smtClean="0"/>
              <a:t>21-01-2026</a:t>
            </a:fld>
            <a:endParaRPr lang="en-IN"/>
          </a:p>
        </p:txBody>
      </p:sp>
      <p:sp>
        <p:nvSpPr>
          <p:cNvPr id="5" name="Footer Placeholder 4">
            <a:extLst>
              <a:ext uri="{FF2B5EF4-FFF2-40B4-BE49-F238E27FC236}">
                <a16:creationId xmlns:a16="http://schemas.microsoft.com/office/drawing/2014/main" id="{E3D8BD1F-428C-615D-F051-21AF9856402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8552E7-4713-5B27-025E-DD68E46E916A}"/>
              </a:ext>
            </a:extLst>
          </p:cNvPr>
          <p:cNvSpPr>
            <a:spLocks noGrp="1"/>
          </p:cNvSpPr>
          <p:nvPr>
            <p:ph type="sldNum" sz="quarter" idx="12"/>
          </p:nvPr>
        </p:nvSpPr>
        <p:spPr/>
        <p:txBody>
          <a:bodyPr/>
          <a:lstStyle/>
          <a:p>
            <a:fld id="{E31D3E1C-A894-4E28-9CDA-4E8706570447}" type="slidenum">
              <a:rPr lang="en-IN" smtClean="0"/>
              <a:t>‹#›</a:t>
            </a:fld>
            <a:endParaRPr lang="en-IN"/>
          </a:p>
        </p:txBody>
      </p:sp>
    </p:spTree>
    <p:extLst>
      <p:ext uri="{BB962C8B-B14F-4D97-AF65-F5344CB8AC3E}">
        <p14:creationId xmlns:p14="http://schemas.microsoft.com/office/powerpoint/2010/main" val="1985165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C9C96E-993C-408D-86A0-434DE22ED9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C91E162-40EE-51BC-9516-550C037CB9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380E1C-7696-0319-47FB-2FCA736F94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25B7BC-8C2A-4636-870B-12F592E16FE5}" type="datetimeFigureOut">
              <a:rPr lang="en-IN" smtClean="0"/>
              <a:t>21-01-2026</a:t>
            </a:fld>
            <a:endParaRPr lang="en-IN"/>
          </a:p>
        </p:txBody>
      </p:sp>
      <p:sp>
        <p:nvSpPr>
          <p:cNvPr id="5" name="Footer Placeholder 4">
            <a:extLst>
              <a:ext uri="{FF2B5EF4-FFF2-40B4-BE49-F238E27FC236}">
                <a16:creationId xmlns:a16="http://schemas.microsoft.com/office/drawing/2014/main" id="{C34B469C-0772-F9B0-44C9-6DBD1EAA38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FA6D68F-4A0B-1070-4B1A-D5C0E0DDA5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31D3E1C-A894-4E28-9CDA-4E8706570447}" type="slidenum">
              <a:rPr lang="en-IN" smtClean="0"/>
              <a:t>‹#›</a:t>
            </a:fld>
            <a:endParaRPr lang="en-IN"/>
          </a:p>
        </p:txBody>
      </p:sp>
    </p:spTree>
    <p:extLst>
      <p:ext uri="{BB962C8B-B14F-4D97-AF65-F5344CB8AC3E}">
        <p14:creationId xmlns:p14="http://schemas.microsoft.com/office/powerpoint/2010/main" val="28484671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235F4C-6C70-39CC-A923-C6E7D42AAFA6}"/>
              </a:ext>
            </a:extLst>
          </p:cNvPr>
          <p:cNvSpPr>
            <a:spLocks noGrp="1"/>
          </p:cNvSpPr>
          <p:nvPr>
            <p:ph type="ctrTitle"/>
          </p:nvPr>
        </p:nvSpPr>
        <p:spPr>
          <a:xfrm>
            <a:off x="1524000" y="2732048"/>
            <a:ext cx="9144000" cy="1255751"/>
          </a:xfrm>
        </p:spPr>
        <p:txBody>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Landmark </a:t>
            </a:r>
            <a:r>
              <a:rPr lang="en-US" b="1" dirty="0" smtClean="0">
                <a:solidFill>
                  <a:schemeClr val="accent2">
                    <a:lumMod val="75000"/>
                  </a:schemeClr>
                </a:solidFill>
                <a:latin typeface="Times New Roman" panose="02020603050405020304" pitchFamily="18" charset="0"/>
                <a:cs typeface="Times New Roman" panose="02020603050405020304" pitchFamily="18" charset="0"/>
              </a:rPr>
              <a:t>Lens</a:t>
            </a:r>
            <a:endParaRPr lang="en-IN"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450B15B-38B5-5A1E-4344-5D302705945B}"/>
              </a:ext>
            </a:extLst>
          </p:cNvPr>
          <p:cNvPicPr>
            <a:picLocks noChangeAspect="1"/>
          </p:cNvPicPr>
          <p:nvPr/>
        </p:nvPicPr>
        <p:blipFill>
          <a:blip r:embed="rId2"/>
          <a:stretch>
            <a:fillRect/>
          </a:stretch>
        </p:blipFill>
        <p:spPr>
          <a:xfrm>
            <a:off x="393291" y="342089"/>
            <a:ext cx="11238271" cy="1258111"/>
          </a:xfrm>
          <a:prstGeom prst="rect">
            <a:avLst/>
          </a:prstGeom>
        </p:spPr>
      </p:pic>
      <p:sp>
        <p:nvSpPr>
          <p:cNvPr id="7" name="TextBox 6">
            <a:extLst>
              <a:ext uri="{FF2B5EF4-FFF2-40B4-BE49-F238E27FC236}">
                <a16:creationId xmlns:a16="http://schemas.microsoft.com/office/drawing/2014/main" id="{A7A4F4AF-11EF-7539-2FBA-40637B8E1A1D}"/>
              </a:ext>
            </a:extLst>
          </p:cNvPr>
          <p:cNvSpPr txBox="1"/>
          <p:nvPr/>
        </p:nvSpPr>
        <p:spPr>
          <a:xfrm>
            <a:off x="894735" y="4866968"/>
            <a:ext cx="4316362" cy="1477328"/>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PRESENTED BY:</a:t>
            </a:r>
          </a:p>
          <a:p>
            <a:r>
              <a:rPr lang="en-IN" dirty="0" smtClean="0">
                <a:latin typeface="Times New Roman" panose="02020603050405020304" pitchFamily="18" charset="0"/>
                <a:cs typeface="Times New Roman" panose="02020603050405020304" pitchFamily="18" charset="0"/>
              </a:rPr>
              <a:t>M.SRILEKHA               22RH1A05E6</a:t>
            </a:r>
            <a:endParaRPr lang="en-IN"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MD.ASRA                     22RH1A05F3</a:t>
            </a:r>
            <a:endParaRPr lang="en-IN"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M.SAI VARSHITHA</a:t>
            </a: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22RH1A05F5</a:t>
            </a:r>
            <a:endParaRPr lang="en-IN" dirty="0">
              <a:latin typeface="Times New Roman" panose="02020603050405020304" pitchFamily="18" charset="0"/>
              <a:cs typeface="Times New Roman" panose="02020603050405020304" pitchFamily="18" charset="0"/>
            </a:endParaRPr>
          </a:p>
          <a:p>
            <a:endParaRPr lang="en-IN" dirty="0"/>
          </a:p>
        </p:txBody>
      </p:sp>
      <p:sp>
        <p:nvSpPr>
          <p:cNvPr id="8" name="TextBox 7">
            <a:extLst>
              <a:ext uri="{FF2B5EF4-FFF2-40B4-BE49-F238E27FC236}">
                <a16:creationId xmlns:a16="http://schemas.microsoft.com/office/drawing/2014/main" id="{A42F782B-B417-640A-D86B-206B0241934C}"/>
              </a:ext>
            </a:extLst>
          </p:cNvPr>
          <p:cNvSpPr txBox="1"/>
          <p:nvPr/>
        </p:nvSpPr>
        <p:spPr>
          <a:xfrm>
            <a:off x="8318092" y="5143967"/>
            <a:ext cx="3313470" cy="923330"/>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UNDER THE GUIDANCE OF</a:t>
            </a:r>
          </a:p>
          <a:p>
            <a:r>
              <a:rPr lang="en-IN" dirty="0" smtClean="0">
                <a:latin typeface="Times New Roman" panose="02020603050405020304" pitchFamily="18" charset="0"/>
                <a:cs typeface="Times New Roman" panose="02020603050405020304" pitchFamily="18" charset="0"/>
              </a:rPr>
              <a:t>Mrs . P .SUDHESHNA</a:t>
            </a:r>
            <a:endParaRPr lang="en-IN" dirty="0">
              <a:latin typeface="Times New Roman" panose="02020603050405020304" pitchFamily="18" charset="0"/>
              <a:cs typeface="Times New Roman" panose="02020603050405020304" pitchFamily="18" charset="0"/>
            </a:endParaRPr>
          </a:p>
          <a:p>
            <a:r>
              <a:rPr lang="en-IN" dirty="0" smtClean="0">
                <a:latin typeface="Times New Roman" panose="02020603050405020304" pitchFamily="18" charset="0"/>
                <a:cs typeface="Times New Roman" panose="02020603050405020304" pitchFamily="18" charset="0"/>
              </a:rPr>
              <a:t>ASSISTANT PROFESSOR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023844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E6A4B-840F-3309-C7C8-61ADF2D7D14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CB9D43DD-87F8-72CC-1FBC-AE0A6CE6A3BE}"/>
              </a:ext>
            </a:extLst>
          </p:cNvPr>
          <p:cNvSpPr>
            <a:spLocks noGrp="1"/>
          </p:cNvSpPr>
          <p:nvPr>
            <p:ph idx="1"/>
          </p:nvPr>
        </p:nvSpPr>
        <p:spPr/>
        <p:txBody>
          <a:bodyPr>
            <a:normAutofit fontScale="77500" lnSpcReduction="20000"/>
          </a:bodyPr>
          <a:lstStyle/>
          <a:p>
            <a:r>
              <a:rPr lang="en-IN" dirty="0">
                <a:latin typeface="Times New Roman" panose="02020603050405020304" pitchFamily="18" charset="0"/>
                <a:cs typeface="Times New Roman" panose="02020603050405020304" pitchFamily="18" charset="0"/>
              </a:rPr>
              <a:t>Abstract</a:t>
            </a:r>
          </a:p>
          <a:p>
            <a:r>
              <a:rPr lang="en-IN" dirty="0">
                <a:latin typeface="Times New Roman" panose="02020603050405020304" pitchFamily="18" charset="0"/>
                <a:cs typeface="Times New Roman" panose="02020603050405020304" pitchFamily="18" charset="0"/>
              </a:rPr>
              <a:t>Introduction</a:t>
            </a:r>
          </a:p>
          <a:p>
            <a:r>
              <a:rPr lang="en-IN" dirty="0">
                <a:latin typeface="Times New Roman" panose="02020603050405020304" pitchFamily="18" charset="0"/>
                <a:cs typeface="Times New Roman" panose="02020603050405020304" pitchFamily="18" charset="0"/>
              </a:rPr>
              <a:t>Need and scope of the project</a:t>
            </a:r>
          </a:p>
          <a:p>
            <a:r>
              <a:rPr lang="en-IN" dirty="0">
                <a:latin typeface="Times New Roman" panose="02020603050405020304" pitchFamily="18" charset="0"/>
                <a:cs typeface="Times New Roman" panose="02020603050405020304" pitchFamily="18" charset="0"/>
              </a:rPr>
              <a:t>Key Features</a:t>
            </a:r>
          </a:p>
          <a:p>
            <a:r>
              <a:rPr lang="en-IN" dirty="0">
                <a:latin typeface="Times New Roman" panose="02020603050405020304" pitchFamily="18" charset="0"/>
                <a:cs typeface="Times New Roman" panose="02020603050405020304" pitchFamily="18" charset="0"/>
              </a:rPr>
              <a:t>Technologies and algorithms used</a:t>
            </a:r>
          </a:p>
          <a:p>
            <a:r>
              <a:rPr lang="en-IN" dirty="0">
                <a:latin typeface="Times New Roman" panose="02020603050405020304" pitchFamily="18" charset="0"/>
                <a:cs typeface="Times New Roman" panose="02020603050405020304" pitchFamily="18" charset="0"/>
              </a:rPr>
              <a:t>System architecture diagram</a:t>
            </a:r>
          </a:p>
          <a:p>
            <a:r>
              <a:rPr lang="en-IN" dirty="0">
                <a:latin typeface="Times New Roman" panose="02020603050405020304" pitchFamily="18" charset="0"/>
                <a:cs typeface="Times New Roman" panose="02020603050405020304" pitchFamily="18" charset="0"/>
              </a:rPr>
              <a:t>Software and Hardware requirements</a:t>
            </a:r>
          </a:p>
          <a:p>
            <a:r>
              <a:rPr lang="en-IN" dirty="0">
                <a:latin typeface="Times New Roman" panose="02020603050405020304" pitchFamily="18" charset="0"/>
                <a:cs typeface="Times New Roman" panose="02020603050405020304" pitchFamily="18" charset="0"/>
              </a:rPr>
              <a:t>Output Screens</a:t>
            </a:r>
          </a:p>
          <a:p>
            <a:r>
              <a:rPr lang="en-IN" dirty="0">
                <a:latin typeface="Times New Roman" panose="02020603050405020304" pitchFamily="18" charset="0"/>
                <a:cs typeface="Times New Roman" panose="02020603050405020304" pitchFamily="18" charset="0"/>
              </a:rPr>
              <a:t>Financial analysis</a:t>
            </a:r>
          </a:p>
          <a:p>
            <a:r>
              <a:rPr lang="en-IN" dirty="0">
                <a:latin typeface="Times New Roman" panose="02020603050405020304" pitchFamily="18" charset="0"/>
                <a:cs typeface="Times New Roman" panose="02020603050405020304" pitchFamily="18" charset="0"/>
              </a:rPr>
              <a:t>Marketing analysis</a:t>
            </a:r>
          </a:p>
          <a:p>
            <a:r>
              <a:rPr lang="en-IN" dirty="0">
                <a:latin typeface="Times New Roman" panose="02020603050405020304" pitchFamily="18" charset="0"/>
                <a:cs typeface="Times New Roman" panose="02020603050405020304" pitchFamily="18" charset="0"/>
              </a:rPr>
              <a:t>Implementation</a:t>
            </a:r>
          </a:p>
          <a:p>
            <a:r>
              <a:rPr lang="en-IN" dirty="0">
                <a:latin typeface="Times New Roman" panose="02020603050405020304" pitchFamily="18" charset="0"/>
                <a:cs typeface="Times New Roman" panose="02020603050405020304" pitchFamily="18" charset="0"/>
              </a:rPr>
              <a:t>Conclusion</a:t>
            </a:r>
          </a:p>
          <a:p>
            <a:endParaRPr lang="en-IN" dirty="0"/>
          </a:p>
          <a:p>
            <a:endParaRPr lang="en-IN" dirty="0"/>
          </a:p>
          <a:p>
            <a:endParaRPr lang="en-IN" dirty="0"/>
          </a:p>
          <a:p>
            <a:endParaRPr lang="en-IN" dirty="0"/>
          </a:p>
          <a:p>
            <a:pPr marL="0" indent="0">
              <a:buNone/>
            </a:pPr>
            <a:endParaRPr lang="en-IN" dirty="0"/>
          </a:p>
          <a:p>
            <a:endParaRPr lang="en-IN" dirty="0"/>
          </a:p>
        </p:txBody>
      </p:sp>
    </p:spTree>
    <p:extLst>
      <p:ext uri="{BB962C8B-B14F-4D97-AF65-F5344CB8AC3E}">
        <p14:creationId xmlns:p14="http://schemas.microsoft.com/office/powerpoint/2010/main" val="27363809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53762-9089-8F17-3FB4-3E5A756F1F16}"/>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ABSTRACT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10CDD797-F5D3-6514-5050-98676E478F1D}"/>
              </a:ext>
            </a:extLst>
          </p:cNvPr>
          <p:cNvSpPr txBox="1"/>
          <p:nvPr/>
        </p:nvSpPr>
        <p:spPr>
          <a:xfrm>
            <a:off x="619760" y="1381760"/>
            <a:ext cx="10302239" cy="5016758"/>
          </a:xfrm>
          <a:prstGeom prst="rect">
            <a:avLst/>
          </a:prstGeom>
          <a:noFill/>
        </p:spPr>
        <p:txBody>
          <a:bodyPr wrap="square" rtlCol="0">
            <a:spAutoFit/>
          </a:bodyPr>
          <a:lstStyle/>
          <a:p>
            <a:pPr marL="457200" indent="-457200">
              <a:buFont typeface="Arial" panose="020B0604020202020204" pitchFamily="34" charset="0"/>
              <a:buChar char="•"/>
            </a:pPr>
            <a:r>
              <a:rPr lang="en-US" sz="3200" dirty="0"/>
              <a:t>Landmark Lens is an AI-powered web application that identifies famous Indian landmarks from user-uploaded images.</a:t>
            </a:r>
            <a:br>
              <a:rPr lang="en-US" sz="3200" dirty="0"/>
            </a:br>
            <a:r>
              <a:rPr lang="en-US" sz="3200" dirty="0"/>
              <a:t>The system uses advanced image–text models to recognize landmarks and instantly provide information such as name, location, coordinates, history, and fun facts.</a:t>
            </a:r>
            <a:br>
              <a:rPr lang="en-US" sz="3200" dirty="0"/>
            </a:br>
            <a:r>
              <a:rPr lang="en-US" sz="3200" dirty="0"/>
              <a:t>It enhances travel planning by integrating maps, nearby attractions, restaurants, and accommodation details, making tourism smarter and more interactive.</a:t>
            </a: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5615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1728A-C552-BC99-EE77-E7FA79AD784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INTRODUCTION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EB71DDE3-D735-1E56-7599-D7496D4EEFEF}"/>
              </a:ext>
            </a:extLst>
          </p:cNvPr>
          <p:cNvSpPr txBox="1"/>
          <p:nvPr/>
        </p:nvSpPr>
        <p:spPr>
          <a:xfrm>
            <a:off x="751840" y="1690688"/>
            <a:ext cx="10160000" cy="4893647"/>
          </a:xfrm>
          <a:prstGeom prst="rect">
            <a:avLst/>
          </a:prstGeom>
          <a:noFill/>
        </p:spPr>
        <p:txBody>
          <a:bodyPr wrap="square" rtlCol="0">
            <a:spAutoFit/>
          </a:bodyPr>
          <a:lstStyle/>
          <a:p>
            <a:pPr marL="342900" indent="-342900">
              <a:buFont typeface="Arial" panose="020B0604020202020204" pitchFamily="34" charset="0"/>
              <a:buChar char="•"/>
            </a:pPr>
            <a:r>
              <a:rPr lang="en-GB" sz="2400" dirty="0">
                <a:latin typeface="Times New Roman" panose="02020603050405020304" pitchFamily="18" charset="0"/>
                <a:cs typeface="Times New Roman" panose="02020603050405020304" pitchFamily="18" charset="0"/>
              </a:rPr>
              <a:t>Landmark Lens is an AI-powered web application designed to identify iconic Indian landmarks such as the Taj Mahal, Charminar, and Golden Temple from user-uploaded images. </a:t>
            </a:r>
            <a:endParaRPr lang="en-GB"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It </a:t>
            </a:r>
            <a:r>
              <a:rPr lang="en-GB" sz="2400" dirty="0">
                <a:latin typeface="Times New Roman" panose="02020603050405020304" pitchFamily="18" charset="0"/>
                <a:cs typeface="Times New Roman" panose="02020603050405020304" pitchFamily="18" charset="0"/>
              </a:rPr>
              <a:t>instantly provides key details like the landmark's name, location, coordinates, and fun facts. </a:t>
            </a:r>
            <a:endParaRPr lang="en-GB"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The </a:t>
            </a:r>
            <a:r>
              <a:rPr lang="en-GB" sz="2400" dirty="0">
                <a:latin typeface="Times New Roman" panose="02020603050405020304" pitchFamily="18" charset="0"/>
                <a:cs typeface="Times New Roman" panose="02020603050405020304" pitchFamily="18" charset="0"/>
              </a:rPr>
              <a:t>app features an Explore section where users can directly view and select from the supported landmarks to learn more about them without uploading an image. With a user-friendly interface and multi-language support, it enhances the travel experience. </a:t>
            </a:r>
            <a:endParaRPr lang="en-GB" sz="2400" dirty="0" smtClean="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GB" sz="2400" dirty="0" smtClean="0">
                <a:latin typeface="Times New Roman" panose="02020603050405020304" pitchFamily="18" charset="0"/>
                <a:cs typeface="Times New Roman" panose="02020603050405020304" pitchFamily="18" charset="0"/>
              </a:rPr>
              <a:t>In Extension </a:t>
            </a:r>
            <a:r>
              <a:rPr lang="en-GB" sz="2400" dirty="0">
                <a:latin typeface="Times New Roman" panose="02020603050405020304" pitchFamily="18" charset="0"/>
                <a:cs typeface="Times New Roman" panose="02020603050405020304" pitchFamily="18" charset="0"/>
              </a:rPr>
              <a:t>features include Google Maps integration, nearby attractions, top-rated restaurants, accommodation options, and travel routes with estimated time and distance—making it a smart and interactive travel companion.</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0343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D7A43-4BB6-82E0-925E-E458DEA662B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NEED OF THE PROJECT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1219200" y="1690688"/>
            <a:ext cx="9133840" cy="3737946"/>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t>Many travelers and students face difficulty in identifying landmarks and finding accurate information instantly. </a:t>
            </a:r>
            <a:endParaRPr lang="en-US" sz="2000" dirty="0" smtClean="0"/>
          </a:p>
          <a:p>
            <a:pPr marL="285750" indent="-285750">
              <a:lnSpc>
                <a:spcPct val="150000"/>
              </a:lnSpc>
              <a:buFont typeface="Arial" panose="020B0604020202020204" pitchFamily="34" charset="0"/>
              <a:buChar char="•"/>
            </a:pPr>
            <a:r>
              <a:rPr lang="en-US" sz="2000" dirty="0" smtClean="0"/>
              <a:t>Existing </a:t>
            </a:r>
            <a:r>
              <a:rPr lang="en-US" sz="2000" dirty="0"/>
              <a:t>solutions depend on manual searches or tour guides, which are time-consuming and not always reliable</a:t>
            </a:r>
            <a:r>
              <a:rPr lang="en-US" sz="2000" dirty="0" smtClean="0"/>
              <a:t>.</a:t>
            </a:r>
          </a:p>
          <a:p>
            <a:pPr marL="285750" indent="-285750">
              <a:lnSpc>
                <a:spcPct val="150000"/>
              </a:lnSpc>
              <a:buFont typeface="Arial" panose="020B0604020202020204" pitchFamily="34" charset="0"/>
              <a:buChar char="•"/>
            </a:pPr>
            <a:r>
              <a:rPr lang="en-US" sz="2000" dirty="0" smtClean="0"/>
              <a:t> </a:t>
            </a:r>
            <a:r>
              <a:rPr lang="en-US" sz="2000" dirty="0"/>
              <a:t>Landmark Lens uses AI and image recognition to identify landmarks directly from user-captured images. It provides quick, accurate, and informative details in real time. </a:t>
            </a:r>
            <a:endParaRPr lang="en-US" sz="2000" dirty="0" smtClean="0"/>
          </a:p>
          <a:p>
            <a:pPr marL="285750" indent="-285750">
              <a:lnSpc>
                <a:spcPct val="150000"/>
              </a:lnSpc>
              <a:buFont typeface="Arial" panose="020B0604020202020204" pitchFamily="34" charset="0"/>
              <a:buChar char="•"/>
            </a:pPr>
            <a:r>
              <a:rPr lang="en-US" sz="2000" dirty="0" smtClean="0"/>
              <a:t>This </a:t>
            </a:r>
            <a:r>
              <a:rPr lang="en-US" sz="2000" dirty="0"/>
              <a:t>project improves learning and tourism experiences through smart automation</a:t>
            </a:r>
            <a:r>
              <a:rPr lang="en-US" dirty="0"/>
              <a:t>.</a:t>
            </a:r>
          </a:p>
        </p:txBody>
      </p:sp>
    </p:spTree>
    <p:extLst>
      <p:ext uri="{BB962C8B-B14F-4D97-AF65-F5344CB8AC3E}">
        <p14:creationId xmlns:p14="http://schemas.microsoft.com/office/powerpoint/2010/main" val="42359982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0B255-052B-10F2-6C6E-5B3E9E8CA964}"/>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SCOPE OF THE PROJECT</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p>
        </p:txBody>
      </p:sp>
      <p:sp>
        <p:nvSpPr>
          <p:cNvPr id="5" name="TextBox 4">
            <a:extLst>
              <a:ext uri="{FF2B5EF4-FFF2-40B4-BE49-F238E27FC236}">
                <a16:creationId xmlns:a16="http://schemas.microsoft.com/office/drawing/2014/main" id="{D8DADFCF-F203-094F-FFA1-7505BB18B6C7}"/>
              </a:ext>
            </a:extLst>
          </p:cNvPr>
          <p:cNvSpPr txBox="1"/>
          <p:nvPr/>
        </p:nvSpPr>
        <p:spPr>
          <a:xfrm>
            <a:off x="1259840" y="1137920"/>
            <a:ext cx="8798560" cy="281295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000" dirty="0"/>
              <a:t>The project focuses on developing an AI-based application to recognize landmarks from images</a:t>
            </a:r>
            <a:r>
              <a:rPr lang="en-US" sz="2000" dirty="0" smtClean="0"/>
              <a:t>.</a:t>
            </a:r>
          </a:p>
          <a:p>
            <a:pPr marL="342900" indent="-342900">
              <a:lnSpc>
                <a:spcPct val="150000"/>
              </a:lnSpc>
              <a:buFont typeface="Arial" panose="020B0604020202020204" pitchFamily="34" charset="0"/>
              <a:buChar char="•"/>
            </a:pPr>
            <a:r>
              <a:rPr lang="en-US" sz="2000" dirty="0" smtClean="0"/>
              <a:t> </a:t>
            </a:r>
            <a:r>
              <a:rPr lang="en-US" sz="2000" dirty="0"/>
              <a:t>It provides landmark name, historical details, and location </a:t>
            </a:r>
            <a:r>
              <a:rPr lang="en-US" sz="2000" dirty="0" smtClean="0"/>
              <a:t>information </a:t>
            </a:r>
            <a:r>
              <a:rPr lang="en-US" sz="2000" dirty="0"/>
              <a:t>to users</a:t>
            </a:r>
            <a:r>
              <a:rPr lang="en-US" sz="2000" dirty="0" smtClean="0"/>
              <a:t>.</a:t>
            </a:r>
          </a:p>
          <a:p>
            <a:pPr marL="342900" indent="-342900">
              <a:lnSpc>
                <a:spcPct val="150000"/>
              </a:lnSpc>
              <a:buFont typeface="Arial" panose="020B0604020202020204" pitchFamily="34" charset="0"/>
              <a:buChar char="•"/>
            </a:pPr>
            <a:r>
              <a:rPr lang="en-US" sz="2000" dirty="0" smtClean="0"/>
              <a:t> </a:t>
            </a:r>
            <a:r>
              <a:rPr lang="en-US" sz="2000" dirty="0"/>
              <a:t>Initially, it supports well-known landmarks with scope for future expansion. </a:t>
            </a:r>
            <a:endParaRPr lang="en-US" sz="2000" dirty="0" smtClean="0"/>
          </a:p>
          <a:p>
            <a:pPr marL="342900" indent="-342900">
              <a:lnSpc>
                <a:spcPct val="150000"/>
              </a:lnSpc>
              <a:buFont typeface="Arial" panose="020B0604020202020204" pitchFamily="34" charset="0"/>
              <a:buChar char="•"/>
            </a:pPr>
            <a:r>
              <a:rPr lang="en-US" sz="2000" dirty="0" smtClean="0"/>
              <a:t>The </a:t>
            </a:r>
            <a:r>
              <a:rPr lang="en-US" sz="2000" dirty="0"/>
              <a:t>system is scalable using cloud infrastructure. </a:t>
            </a:r>
            <a:endParaRPr lang="en-US" sz="2000" dirty="0" smtClean="0"/>
          </a:p>
          <a:p>
            <a:pPr marL="342900" indent="-342900">
              <a:lnSpc>
                <a:spcPct val="150000"/>
              </a:lnSpc>
              <a:buFont typeface="Arial" panose="020B0604020202020204" pitchFamily="34" charset="0"/>
              <a:buChar char="•"/>
            </a:pPr>
            <a:r>
              <a:rPr lang="en-US" sz="2000" dirty="0" smtClean="0"/>
              <a:t>Future </a:t>
            </a:r>
            <a:r>
              <a:rPr lang="en-US" sz="2000" dirty="0"/>
              <a:t>enhancements can include multilingual support </a:t>
            </a:r>
            <a:r>
              <a:rPr lang="en-US" sz="2000" dirty="0" smtClean="0"/>
              <a:t> </a:t>
            </a:r>
            <a:r>
              <a:rPr lang="en-US" sz="2000" dirty="0"/>
              <a:t>features.</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08148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B57A6-26C2-F670-5515-CDB90A8F2B29}"/>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KEY FEATURES</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graphicFrame>
        <p:nvGraphicFramePr>
          <p:cNvPr id="4" name="Rectangle 4">
            <a:extLst>
              <a:ext uri="{FF2B5EF4-FFF2-40B4-BE49-F238E27FC236}">
                <a16:creationId xmlns:a16="http://schemas.microsoft.com/office/drawing/2014/main" id="{DE85D783-1DA4-3555-7615-5B8C76C99E19}"/>
              </a:ext>
            </a:extLst>
          </p:cNvPr>
          <p:cNvGraphicFramePr>
            <a:graphicFrameLocks/>
          </p:cNvGraphicFramePr>
          <p:nvPr>
            <p:extLst>
              <p:ext uri="{D42A27DB-BD31-4B8C-83A1-F6EECF244321}">
                <p14:modId xmlns:p14="http://schemas.microsoft.com/office/powerpoint/2010/main" val="2552926665"/>
              </p:ext>
            </p:extLst>
          </p:nvPr>
        </p:nvGraphicFramePr>
        <p:xfrm>
          <a:off x="914400" y="1690689"/>
          <a:ext cx="10133013" cy="415960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04741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70815-FB86-3098-5E45-6F2005253042}"/>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TECHNOLOGIES USED</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96A5FBC3-F2B4-4EEF-00F2-0FAA04AA779B}"/>
              </a:ext>
            </a:extLst>
          </p:cNvPr>
          <p:cNvSpPr txBox="1"/>
          <p:nvPr/>
        </p:nvSpPr>
        <p:spPr>
          <a:xfrm>
            <a:off x="731520" y="1016000"/>
            <a:ext cx="11094720" cy="5456878"/>
          </a:xfrm>
          <a:prstGeom prst="rect">
            <a:avLst/>
          </a:prstGeom>
          <a:noFill/>
        </p:spPr>
        <p:txBody>
          <a:bodyPr wrap="square" rtlCol="0">
            <a:spAutoFit/>
          </a:bodyPr>
          <a:lstStyle/>
          <a:p>
            <a:pPr lvl="0" indent="-228600" fontAlgn="base">
              <a:lnSpc>
                <a:spcPct val="110000"/>
              </a:lnSpc>
              <a:spcBef>
                <a:spcPct val="0"/>
              </a:spcBef>
              <a:spcAft>
                <a:spcPts val="600"/>
              </a:spcAft>
              <a:buSzPct val="1250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Frontend:</a:t>
            </a:r>
            <a:endParaRPr lang="en-US" altLang="en-US" sz="3200" dirty="0">
              <a:latin typeface="Times New Roman" panose="02020603050405020304" pitchFamily="18" charset="0"/>
              <a:cs typeface="Times New Roman" panose="02020603050405020304" pitchFamily="18" charset="0"/>
            </a:endParaRPr>
          </a:p>
          <a:p>
            <a:pPr lvl="0" indent="-228600" fontAlgn="base">
              <a:lnSpc>
                <a:spcPct val="110000"/>
              </a:lnSpc>
              <a:spcBef>
                <a:spcPct val="0"/>
              </a:spcBef>
              <a:spcAft>
                <a:spcPts val="600"/>
              </a:spcAft>
              <a:buSzPct val="1250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React</a:t>
            </a:r>
            <a:r>
              <a:rPr lang="en-US" altLang="en-US" sz="3200" dirty="0">
                <a:latin typeface="Times New Roman" panose="02020603050405020304" pitchFamily="18" charset="0"/>
                <a:cs typeface="Times New Roman" panose="02020603050405020304" pitchFamily="18" charset="0"/>
              </a:rPr>
              <a:t> – for building UI components</a:t>
            </a:r>
          </a:p>
          <a:p>
            <a:pPr lvl="0" indent="-228600" fontAlgn="base">
              <a:lnSpc>
                <a:spcPct val="110000"/>
              </a:lnSpc>
              <a:spcBef>
                <a:spcPct val="0"/>
              </a:spcBef>
              <a:spcAft>
                <a:spcPts val="600"/>
              </a:spcAft>
              <a:buSzPct val="125000"/>
              <a:buFont typeface="Arial" panose="020B0604020202020204" pitchFamily="34" charset="0"/>
              <a:buChar char="•"/>
            </a:pPr>
            <a:r>
              <a:rPr lang="en-US" altLang="en-US" sz="3200" b="1" dirty="0" err="1">
                <a:latin typeface="Times New Roman" panose="02020603050405020304" pitchFamily="18" charset="0"/>
                <a:cs typeface="Times New Roman" panose="02020603050405020304" pitchFamily="18" charset="0"/>
              </a:rPr>
              <a:t>Vite</a:t>
            </a:r>
            <a:r>
              <a:rPr lang="en-US" altLang="en-US" sz="3200" dirty="0">
                <a:latin typeface="Times New Roman" panose="02020603050405020304" pitchFamily="18" charset="0"/>
                <a:cs typeface="Times New Roman" panose="02020603050405020304" pitchFamily="18" charset="0"/>
              </a:rPr>
              <a:t> – for fast development and build setup</a:t>
            </a:r>
          </a:p>
          <a:p>
            <a:pPr lvl="0" indent="-228600" fontAlgn="base">
              <a:lnSpc>
                <a:spcPct val="110000"/>
              </a:lnSpc>
              <a:spcBef>
                <a:spcPct val="0"/>
              </a:spcBef>
              <a:spcAft>
                <a:spcPts val="600"/>
              </a:spcAft>
              <a:buSzPct val="1250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Tailwind CSS</a:t>
            </a:r>
            <a:r>
              <a:rPr lang="en-US" altLang="en-US" sz="3200" dirty="0">
                <a:latin typeface="Times New Roman" panose="02020603050405020304" pitchFamily="18" charset="0"/>
                <a:cs typeface="Times New Roman" panose="02020603050405020304" pitchFamily="18" charset="0"/>
              </a:rPr>
              <a:t> – for styling</a:t>
            </a:r>
          </a:p>
          <a:p>
            <a:pPr lvl="0" indent="-228600" fontAlgn="base">
              <a:lnSpc>
                <a:spcPct val="110000"/>
              </a:lnSpc>
              <a:spcBef>
                <a:spcPct val="0"/>
              </a:spcBef>
              <a:spcAft>
                <a:spcPts val="600"/>
              </a:spcAft>
              <a:buSzPct val="1250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Framer Motion</a:t>
            </a:r>
            <a:r>
              <a:rPr lang="en-US" altLang="en-US" sz="3200" dirty="0">
                <a:latin typeface="Times New Roman" panose="02020603050405020304" pitchFamily="18" charset="0"/>
                <a:cs typeface="Times New Roman" panose="02020603050405020304" pitchFamily="18" charset="0"/>
              </a:rPr>
              <a:t> – for smooth animations</a:t>
            </a:r>
          </a:p>
          <a:p>
            <a:pPr lvl="0" indent="-228600" fontAlgn="base">
              <a:lnSpc>
                <a:spcPct val="110000"/>
              </a:lnSpc>
              <a:spcBef>
                <a:spcPct val="0"/>
              </a:spcBef>
              <a:spcAft>
                <a:spcPts val="600"/>
              </a:spcAft>
              <a:buSzPct val="1250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Backend:</a:t>
            </a:r>
            <a:endParaRPr lang="en-US" altLang="en-US" sz="3200" dirty="0">
              <a:latin typeface="Times New Roman" panose="02020603050405020304" pitchFamily="18" charset="0"/>
              <a:cs typeface="Times New Roman" panose="02020603050405020304" pitchFamily="18" charset="0"/>
            </a:endParaRPr>
          </a:p>
          <a:p>
            <a:pPr lvl="0" indent="-228600" fontAlgn="base">
              <a:lnSpc>
                <a:spcPct val="110000"/>
              </a:lnSpc>
              <a:spcBef>
                <a:spcPct val="0"/>
              </a:spcBef>
              <a:spcAft>
                <a:spcPts val="600"/>
              </a:spcAft>
              <a:buSzPct val="125000"/>
              <a:buFont typeface="Arial" panose="020B0604020202020204" pitchFamily="34" charset="0"/>
              <a:buChar char="•"/>
            </a:pPr>
            <a:r>
              <a:rPr lang="en-US" altLang="en-US" sz="3200" b="1" dirty="0">
                <a:latin typeface="Times New Roman" panose="02020603050405020304" pitchFamily="18" charset="0"/>
                <a:cs typeface="Times New Roman" panose="02020603050405020304" pitchFamily="18" charset="0"/>
              </a:rPr>
              <a:t>Python</a:t>
            </a:r>
            <a:r>
              <a:rPr lang="en-US" altLang="en-US" sz="3200" dirty="0">
                <a:latin typeface="Times New Roman" panose="02020603050405020304" pitchFamily="18" charset="0"/>
                <a:cs typeface="Times New Roman" panose="02020603050405020304" pitchFamily="18" charset="0"/>
              </a:rPr>
              <a:t> with </a:t>
            </a:r>
            <a:r>
              <a:rPr lang="en-US" altLang="en-US" sz="3200" b="1" dirty="0" err="1">
                <a:latin typeface="Times New Roman" panose="02020603050405020304" pitchFamily="18" charset="0"/>
                <a:cs typeface="Times New Roman" panose="02020603050405020304" pitchFamily="18" charset="0"/>
              </a:rPr>
              <a:t>FastAPI</a:t>
            </a:r>
            <a:r>
              <a:rPr lang="en-US" altLang="en-US" sz="3200" dirty="0">
                <a:latin typeface="Times New Roman" panose="02020603050405020304" pitchFamily="18" charset="0"/>
                <a:cs typeface="Times New Roman" panose="02020603050405020304" pitchFamily="18" charset="0"/>
              </a:rPr>
              <a:t> </a:t>
            </a:r>
            <a:r>
              <a:rPr lang="en-US" altLang="en-US" sz="3200" i="1" dirty="0">
                <a:latin typeface="Times New Roman" panose="02020603050405020304" pitchFamily="18" charset="0"/>
                <a:cs typeface="Times New Roman" panose="02020603050405020304" pitchFamily="18" charset="0"/>
              </a:rPr>
              <a:t>(or Flask as an alternative)</a:t>
            </a:r>
            <a:r>
              <a:rPr lang="en-US" altLang="en-US" sz="3200" dirty="0">
                <a:latin typeface="Times New Roman" panose="02020603050405020304" pitchFamily="18" charset="0"/>
                <a:cs typeface="Times New Roman" panose="02020603050405020304" pitchFamily="18" charset="0"/>
              </a:rPr>
              <a:t> – for handling image uploads and sending AI-generated landmark data</a:t>
            </a: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6439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C2330-E977-0003-1776-AC6AAEC930A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ALGORITHMS USED</a:t>
            </a:r>
          </a:p>
        </p:txBody>
      </p:sp>
      <p:sp>
        <p:nvSpPr>
          <p:cNvPr id="4" name="TextBox 3">
            <a:extLst>
              <a:ext uri="{FF2B5EF4-FFF2-40B4-BE49-F238E27FC236}">
                <a16:creationId xmlns:a16="http://schemas.microsoft.com/office/drawing/2014/main" id="{3619BCED-65CF-2C4D-55F1-ACA9BDF47B1D}"/>
              </a:ext>
            </a:extLst>
          </p:cNvPr>
          <p:cNvSpPr txBox="1"/>
          <p:nvPr/>
        </p:nvSpPr>
        <p:spPr>
          <a:xfrm>
            <a:off x="1259840" y="1554480"/>
            <a:ext cx="8552754" cy="4031873"/>
          </a:xfrm>
          <a:prstGeom prst="rect">
            <a:avLst/>
          </a:prstGeom>
          <a:noFill/>
        </p:spPr>
        <p:txBody>
          <a:bodyPr wrap="square" rtlCol="0">
            <a:spAutoFit/>
          </a:bodyPr>
          <a:lstStyle/>
          <a:p>
            <a:r>
              <a:rPr lang="en-US" sz="3200" b="1" dirty="0"/>
              <a:t>AI Algorithm</a:t>
            </a:r>
          </a:p>
          <a:p>
            <a:r>
              <a:rPr lang="en-US" sz="3200" dirty="0"/>
              <a:t>BLIP (Bootstrapped Language Image </a:t>
            </a:r>
            <a:r>
              <a:rPr lang="en-US" sz="3200" dirty="0" err="1"/>
              <a:t>Pretraining</a:t>
            </a:r>
            <a:r>
              <a:rPr lang="en-US" sz="3200" dirty="0"/>
              <a:t>)</a:t>
            </a:r>
          </a:p>
          <a:p>
            <a:r>
              <a:rPr lang="en-US" sz="3200" dirty="0"/>
              <a:t>CLIP-based image-text understanding</a:t>
            </a:r>
          </a:p>
          <a:p>
            <a:r>
              <a:rPr lang="en-US" sz="3200" b="1" dirty="0"/>
              <a:t>APIs &amp; Database</a:t>
            </a:r>
          </a:p>
          <a:p>
            <a:r>
              <a:rPr lang="en-US" sz="3200" dirty="0"/>
              <a:t>Google Maps API</a:t>
            </a:r>
          </a:p>
          <a:p>
            <a:r>
              <a:rPr lang="en-US" sz="3200" dirty="0"/>
              <a:t>Geolocation API</a:t>
            </a:r>
          </a:p>
          <a:p>
            <a:r>
              <a:rPr lang="en-US" sz="3200" dirty="0"/>
              <a:t>JSON / SQLite for data storage</a:t>
            </a:r>
          </a:p>
          <a:p>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61153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9AC77-9703-1E74-8A39-D62CA55030A7}"/>
              </a:ext>
            </a:extLst>
          </p:cNvPr>
          <p:cNvSpPr>
            <a:spLocks noGrp="1"/>
          </p:cNvSpPr>
          <p:nvPr>
            <p:ph type="title"/>
          </p:nvPr>
        </p:nvSpPr>
        <p:spPr>
          <a:xfrm>
            <a:off x="911942" y="345460"/>
            <a:ext cx="10515600" cy="1325563"/>
          </a:xfrm>
        </p:spPr>
        <p:txBody>
          <a:bodyPr/>
          <a:lstStyle/>
          <a:p>
            <a:r>
              <a:rPr lang="en-IN" b="1" dirty="0">
                <a:latin typeface="Times New Roman" panose="02020603050405020304" pitchFamily="18" charset="0"/>
                <a:cs typeface="Times New Roman" panose="02020603050405020304" pitchFamily="18" charset="0"/>
              </a:rPr>
              <a:t>SYSTEM ARCHITECTURE DIAGRAM</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pic>
        <p:nvPicPr>
          <p:cNvPr id="4" name="Picture 3" descr="A diagram of a company's process">
            <a:extLst>
              <a:ext uri="{FF2B5EF4-FFF2-40B4-BE49-F238E27FC236}">
                <a16:creationId xmlns:a16="http://schemas.microsoft.com/office/drawing/2014/main" id="{108B17FC-2A5C-E656-A051-D4848F9C6935}"/>
              </a:ext>
            </a:extLst>
          </p:cNvPr>
          <p:cNvPicPr>
            <a:picLocks noChangeAspect="1"/>
          </p:cNvPicPr>
          <p:nvPr/>
        </p:nvPicPr>
        <p:blipFill>
          <a:blip r:embed="rId2"/>
          <a:stretch>
            <a:fillRect/>
          </a:stretch>
        </p:blipFill>
        <p:spPr>
          <a:xfrm>
            <a:off x="2633664" y="1297781"/>
            <a:ext cx="7496176" cy="5389564"/>
          </a:xfrm>
          <a:prstGeom prst="rect">
            <a:avLst/>
          </a:prstGeom>
        </p:spPr>
      </p:pic>
    </p:spTree>
    <p:extLst>
      <p:ext uri="{BB962C8B-B14F-4D97-AF65-F5344CB8AC3E}">
        <p14:creationId xmlns:p14="http://schemas.microsoft.com/office/powerpoint/2010/main" val="1620026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3DD55-09F2-F3C7-9A7E-F2F56F5B9368}"/>
              </a:ext>
            </a:extLst>
          </p:cNvPr>
          <p:cNvSpPr>
            <a:spLocks noGrp="1"/>
          </p:cNvSpPr>
          <p:nvPr>
            <p:ph type="title"/>
          </p:nvPr>
        </p:nvSpPr>
        <p:spPr>
          <a:xfrm>
            <a:off x="838199" y="483112"/>
            <a:ext cx="11157155" cy="1325563"/>
          </a:xfrm>
        </p:spPr>
        <p:txBody>
          <a:bodyPr>
            <a:normAutofit fontScale="90000"/>
          </a:bodyPr>
          <a:lstStyle/>
          <a:p>
            <a:r>
              <a:rPr lang="en-IN" b="1" dirty="0">
                <a:latin typeface="Times New Roman" panose="02020603050405020304" pitchFamily="18" charset="0"/>
                <a:cs typeface="Times New Roman" panose="02020603050405020304" pitchFamily="18" charset="0"/>
              </a:rPr>
              <a:t>SOFTWARE AND HARDWARE REQUIREMENTS</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AEF0D876-6CB5-FD9D-BCB6-86A16E2AC165}"/>
              </a:ext>
            </a:extLst>
          </p:cNvPr>
          <p:cNvSpPr txBox="1"/>
          <p:nvPr/>
        </p:nvSpPr>
        <p:spPr>
          <a:xfrm>
            <a:off x="1818640" y="1808676"/>
            <a:ext cx="7905462" cy="4647426"/>
          </a:xfrm>
          <a:prstGeom prst="rect">
            <a:avLst/>
          </a:prstGeom>
          <a:noFill/>
        </p:spPr>
        <p:txBody>
          <a:bodyPr wrap="square" rtlCol="0">
            <a:spAutoFit/>
          </a:bodyPr>
          <a:lstStyle/>
          <a:p>
            <a:r>
              <a:rPr lang="en-US" sz="3600" b="1" dirty="0"/>
              <a:t>Software Requirements</a:t>
            </a:r>
          </a:p>
          <a:p>
            <a:r>
              <a:rPr lang="en-US" sz="2800" dirty="0"/>
              <a:t>Operating System: Windows / Linux</a:t>
            </a:r>
          </a:p>
          <a:p>
            <a:r>
              <a:rPr lang="en-US" sz="2800" dirty="0"/>
              <a:t>Frontend: React, </a:t>
            </a:r>
            <a:r>
              <a:rPr lang="en-US" sz="2800" dirty="0" err="1"/>
              <a:t>Vite</a:t>
            </a:r>
            <a:endParaRPr lang="en-US" sz="2800" dirty="0"/>
          </a:p>
          <a:p>
            <a:r>
              <a:rPr lang="en-US" sz="2800" dirty="0"/>
              <a:t>Backend: Python, </a:t>
            </a:r>
            <a:r>
              <a:rPr lang="en-US" sz="2800" dirty="0" err="1"/>
              <a:t>FastAPI</a:t>
            </a:r>
            <a:r>
              <a:rPr lang="en-US" sz="2800" dirty="0"/>
              <a:t> / Flask</a:t>
            </a:r>
          </a:p>
          <a:p>
            <a:r>
              <a:rPr lang="en-US" sz="2800" dirty="0"/>
              <a:t>APIs: Google Maps</a:t>
            </a:r>
          </a:p>
          <a:p>
            <a:r>
              <a:rPr lang="en-US" sz="3600" b="1" dirty="0"/>
              <a:t>Hardware Requirements</a:t>
            </a:r>
          </a:p>
          <a:p>
            <a:r>
              <a:rPr lang="en-US" sz="2800" dirty="0"/>
              <a:t>Minimum 8GB RAM</a:t>
            </a:r>
          </a:p>
          <a:p>
            <a:r>
              <a:rPr lang="en-US" sz="2800" dirty="0"/>
              <a:t>Internet connection</a:t>
            </a:r>
          </a:p>
          <a:p>
            <a:r>
              <a:rPr lang="en-US" sz="2800" dirty="0"/>
              <a:t>Standard processor (Intel i5 or above recommended)</a:t>
            </a:r>
          </a:p>
          <a:p>
            <a:pPr algn="just"/>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53838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53867-EF98-F304-B40C-88799A285C6D}"/>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OUTPUT SCREENS</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p>
        </p:txBody>
      </p:sp>
      <p:pic>
        <p:nvPicPr>
          <p:cNvPr id="5" name="Content Placeholder 4" descr="A screenshot of a website&#10;&#10;AI-generated content may be incorrect.">
            <a:extLst>
              <a:ext uri="{FF2B5EF4-FFF2-40B4-BE49-F238E27FC236}">
                <a16:creationId xmlns:a16="http://schemas.microsoft.com/office/drawing/2014/main" id="{566DDE4D-0F59-30A4-8A72-61AB18BEDE7C}"/>
              </a:ext>
            </a:extLst>
          </p:cNvPr>
          <p:cNvPicPr>
            <a:picLocks noGrp="1" noChangeAspect="1"/>
          </p:cNvPicPr>
          <p:nvPr>
            <p:ph idx="1"/>
          </p:nvPr>
        </p:nvPicPr>
        <p:blipFill>
          <a:blip r:embed="rId2"/>
          <a:stretch>
            <a:fillRect/>
          </a:stretch>
        </p:blipFill>
        <p:spPr>
          <a:xfrm>
            <a:off x="1061412" y="1371993"/>
            <a:ext cx="10069176" cy="5218782"/>
          </a:xfrm>
        </p:spPr>
      </p:pic>
    </p:spTree>
    <p:extLst>
      <p:ext uri="{BB962C8B-B14F-4D97-AF65-F5344CB8AC3E}">
        <p14:creationId xmlns:p14="http://schemas.microsoft.com/office/powerpoint/2010/main" val="2010668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website&#10;&#10;AI-generated content may be incorrect.">
            <a:extLst>
              <a:ext uri="{FF2B5EF4-FFF2-40B4-BE49-F238E27FC236}">
                <a16:creationId xmlns:a16="http://schemas.microsoft.com/office/drawing/2014/main" id="{2B4FCECF-AF03-979B-51CA-7FE23D671AC6}"/>
              </a:ext>
            </a:extLst>
          </p:cNvPr>
          <p:cNvPicPr>
            <a:picLocks noGrp="1" noChangeAspect="1"/>
          </p:cNvPicPr>
          <p:nvPr>
            <p:ph idx="1"/>
          </p:nvPr>
        </p:nvPicPr>
        <p:blipFill>
          <a:blip r:embed="rId2"/>
          <a:stretch>
            <a:fillRect/>
          </a:stretch>
        </p:blipFill>
        <p:spPr>
          <a:xfrm>
            <a:off x="906152" y="497840"/>
            <a:ext cx="8412780" cy="5679123"/>
          </a:xfrm>
        </p:spPr>
      </p:pic>
    </p:spTree>
    <p:extLst>
      <p:ext uri="{BB962C8B-B14F-4D97-AF65-F5344CB8AC3E}">
        <p14:creationId xmlns:p14="http://schemas.microsoft.com/office/powerpoint/2010/main" val="14364276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computer&#10;&#10;AI-generated content may be incorrect.">
            <a:extLst>
              <a:ext uri="{FF2B5EF4-FFF2-40B4-BE49-F238E27FC236}">
                <a16:creationId xmlns:a16="http://schemas.microsoft.com/office/drawing/2014/main" id="{1D20806B-A09E-5670-AD07-BD6C0DC935B2}"/>
              </a:ext>
            </a:extLst>
          </p:cNvPr>
          <p:cNvPicPr>
            <a:picLocks noGrp="1" noChangeAspect="1"/>
          </p:cNvPicPr>
          <p:nvPr>
            <p:ph idx="1"/>
          </p:nvPr>
        </p:nvPicPr>
        <p:blipFill>
          <a:blip r:embed="rId2"/>
          <a:stretch>
            <a:fillRect/>
          </a:stretch>
        </p:blipFill>
        <p:spPr>
          <a:xfrm>
            <a:off x="2042160" y="615843"/>
            <a:ext cx="6659051" cy="5561120"/>
          </a:xfrm>
        </p:spPr>
      </p:pic>
    </p:spTree>
    <p:extLst>
      <p:ext uri="{BB962C8B-B14F-4D97-AF65-F5344CB8AC3E}">
        <p14:creationId xmlns:p14="http://schemas.microsoft.com/office/powerpoint/2010/main" val="4118407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computer&#10;&#10;AI-generated content may be incorrect.">
            <a:extLst>
              <a:ext uri="{FF2B5EF4-FFF2-40B4-BE49-F238E27FC236}">
                <a16:creationId xmlns:a16="http://schemas.microsoft.com/office/drawing/2014/main" id="{706DE0E6-142D-154F-0260-B1D82FD5D8DC}"/>
              </a:ext>
            </a:extLst>
          </p:cNvPr>
          <p:cNvPicPr>
            <a:picLocks noGrp="1" noChangeAspect="1"/>
          </p:cNvPicPr>
          <p:nvPr>
            <p:ph idx="1"/>
          </p:nvPr>
        </p:nvPicPr>
        <p:blipFill>
          <a:blip r:embed="rId2"/>
          <a:stretch>
            <a:fillRect/>
          </a:stretch>
        </p:blipFill>
        <p:spPr>
          <a:xfrm>
            <a:off x="1069607" y="1158240"/>
            <a:ext cx="8872880" cy="5018723"/>
          </a:xfrm>
        </p:spPr>
      </p:pic>
    </p:spTree>
    <p:extLst>
      <p:ext uri="{BB962C8B-B14F-4D97-AF65-F5344CB8AC3E}">
        <p14:creationId xmlns:p14="http://schemas.microsoft.com/office/powerpoint/2010/main" val="27874705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website&#10;&#10;AI-generated content may be incorrect.">
            <a:extLst>
              <a:ext uri="{FF2B5EF4-FFF2-40B4-BE49-F238E27FC236}">
                <a16:creationId xmlns:a16="http://schemas.microsoft.com/office/drawing/2014/main" id="{FDABB741-7809-72E0-2E8D-8017A0C506F6}"/>
              </a:ext>
            </a:extLst>
          </p:cNvPr>
          <p:cNvPicPr>
            <a:picLocks noGrp="1" noChangeAspect="1"/>
          </p:cNvPicPr>
          <p:nvPr>
            <p:ph idx="1"/>
          </p:nvPr>
        </p:nvPicPr>
        <p:blipFill>
          <a:blip r:embed="rId2"/>
          <a:stretch>
            <a:fillRect/>
          </a:stretch>
        </p:blipFill>
        <p:spPr>
          <a:xfrm>
            <a:off x="1254248" y="558800"/>
            <a:ext cx="7901758" cy="5618163"/>
          </a:xfrm>
        </p:spPr>
      </p:pic>
    </p:spTree>
    <p:extLst>
      <p:ext uri="{BB962C8B-B14F-4D97-AF65-F5344CB8AC3E}">
        <p14:creationId xmlns:p14="http://schemas.microsoft.com/office/powerpoint/2010/main" val="3139877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4" descr="A screenshot of a hotel&#10;&#10;AI-generated content may be incorrect.">
            <a:extLst>
              <a:ext uri="{FF2B5EF4-FFF2-40B4-BE49-F238E27FC236}">
                <a16:creationId xmlns:a16="http://schemas.microsoft.com/office/drawing/2014/main" id="{A1A65366-7509-26C9-5CAA-5C0349420B1C}"/>
              </a:ext>
            </a:extLst>
          </p:cNvPr>
          <p:cNvPicPr>
            <a:picLocks noGrp="1" noChangeAspect="1"/>
          </p:cNvPicPr>
          <p:nvPr>
            <p:ph idx="1"/>
          </p:nvPr>
        </p:nvPicPr>
        <p:blipFill>
          <a:blip r:embed="rId2"/>
          <a:stretch>
            <a:fillRect/>
          </a:stretch>
        </p:blipFill>
        <p:spPr>
          <a:xfrm>
            <a:off x="1209040" y="520449"/>
            <a:ext cx="7941508" cy="5656514"/>
          </a:xfrm>
        </p:spPr>
      </p:pic>
    </p:spTree>
    <p:extLst>
      <p:ext uri="{BB962C8B-B14F-4D97-AF65-F5344CB8AC3E}">
        <p14:creationId xmlns:p14="http://schemas.microsoft.com/office/powerpoint/2010/main" val="16655256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computer&#10;&#10;AI-generated content may be incorrect.">
            <a:extLst>
              <a:ext uri="{FF2B5EF4-FFF2-40B4-BE49-F238E27FC236}">
                <a16:creationId xmlns:a16="http://schemas.microsoft.com/office/drawing/2014/main" id="{466D4C1F-4D2F-C8FC-A47A-1A79FB05C72E}"/>
              </a:ext>
            </a:extLst>
          </p:cNvPr>
          <p:cNvPicPr>
            <a:picLocks noGrp="1" noChangeAspect="1"/>
          </p:cNvPicPr>
          <p:nvPr>
            <p:ph idx="1"/>
          </p:nvPr>
        </p:nvPicPr>
        <p:blipFill>
          <a:blip r:embed="rId2"/>
          <a:stretch>
            <a:fillRect/>
          </a:stretch>
        </p:blipFill>
        <p:spPr>
          <a:xfrm>
            <a:off x="1100091" y="558800"/>
            <a:ext cx="8153342" cy="5618163"/>
          </a:xfrm>
        </p:spPr>
      </p:pic>
    </p:spTree>
    <p:extLst>
      <p:ext uri="{BB962C8B-B14F-4D97-AF65-F5344CB8AC3E}">
        <p14:creationId xmlns:p14="http://schemas.microsoft.com/office/powerpoint/2010/main" val="14172558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computer&#10;&#10;AI-generated content may be incorrect.">
            <a:extLst>
              <a:ext uri="{FF2B5EF4-FFF2-40B4-BE49-F238E27FC236}">
                <a16:creationId xmlns:a16="http://schemas.microsoft.com/office/drawing/2014/main" id="{385A5BC9-2027-D8B9-39ED-21F5C4BD5E59}"/>
              </a:ext>
            </a:extLst>
          </p:cNvPr>
          <p:cNvPicPr>
            <a:picLocks noGrp="1" noChangeAspect="1"/>
          </p:cNvPicPr>
          <p:nvPr>
            <p:ph idx="1"/>
          </p:nvPr>
        </p:nvPicPr>
        <p:blipFill>
          <a:blip r:embed="rId2"/>
          <a:stretch>
            <a:fillRect/>
          </a:stretch>
        </p:blipFill>
        <p:spPr>
          <a:xfrm>
            <a:off x="1395246" y="904240"/>
            <a:ext cx="8003016" cy="5272723"/>
          </a:xfrm>
        </p:spPr>
      </p:pic>
    </p:spTree>
    <p:extLst>
      <p:ext uri="{BB962C8B-B14F-4D97-AF65-F5344CB8AC3E}">
        <p14:creationId xmlns:p14="http://schemas.microsoft.com/office/powerpoint/2010/main" val="36127700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computer&#10;&#10;AI-generated content may be incorrect.">
            <a:extLst>
              <a:ext uri="{FF2B5EF4-FFF2-40B4-BE49-F238E27FC236}">
                <a16:creationId xmlns:a16="http://schemas.microsoft.com/office/drawing/2014/main" id="{C191B1BF-2679-2FE2-307B-DA5B81875716}"/>
              </a:ext>
            </a:extLst>
          </p:cNvPr>
          <p:cNvPicPr>
            <a:picLocks noGrp="1" noChangeAspect="1"/>
          </p:cNvPicPr>
          <p:nvPr>
            <p:ph idx="1"/>
          </p:nvPr>
        </p:nvPicPr>
        <p:blipFill>
          <a:blip r:embed="rId2"/>
          <a:stretch>
            <a:fillRect/>
          </a:stretch>
        </p:blipFill>
        <p:spPr>
          <a:xfrm>
            <a:off x="788994" y="497840"/>
            <a:ext cx="8602694" cy="5679123"/>
          </a:xfrm>
        </p:spPr>
      </p:pic>
    </p:spTree>
    <p:extLst>
      <p:ext uri="{BB962C8B-B14F-4D97-AF65-F5344CB8AC3E}">
        <p14:creationId xmlns:p14="http://schemas.microsoft.com/office/powerpoint/2010/main" val="1746439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4" descr="A screenshot of a computer&#10;&#10;AI-generated content may be incorrect.">
            <a:extLst>
              <a:ext uri="{FF2B5EF4-FFF2-40B4-BE49-F238E27FC236}">
                <a16:creationId xmlns:a16="http://schemas.microsoft.com/office/drawing/2014/main" id="{63695EDA-671F-2F12-60AD-28480E563927}"/>
              </a:ext>
            </a:extLst>
          </p:cNvPr>
          <p:cNvPicPr>
            <a:picLocks noGrp="1" noChangeAspect="1"/>
          </p:cNvPicPr>
          <p:nvPr>
            <p:ph idx="1"/>
          </p:nvPr>
        </p:nvPicPr>
        <p:blipFill>
          <a:blip r:embed="rId2"/>
          <a:stretch>
            <a:fillRect/>
          </a:stretch>
        </p:blipFill>
        <p:spPr>
          <a:xfrm>
            <a:off x="989427" y="528320"/>
            <a:ext cx="8305621" cy="5648643"/>
          </a:xfrm>
        </p:spPr>
      </p:pic>
    </p:spTree>
    <p:extLst>
      <p:ext uri="{BB962C8B-B14F-4D97-AF65-F5344CB8AC3E}">
        <p14:creationId xmlns:p14="http://schemas.microsoft.com/office/powerpoint/2010/main" val="1192712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DACA9-8C95-5BE7-583B-D4408F9D5634}"/>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FINANCIAL ANALYSIS</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p>
        </p:txBody>
      </p:sp>
      <p:graphicFrame>
        <p:nvGraphicFramePr>
          <p:cNvPr id="4" name="Content Placeholder 3">
            <a:extLst>
              <a:ext uri="{FF2B5EF4-FFF2-40B4-BE49-F238E27FC236}">
                <a16:creationId xmlns:a16="http://schemas.microsoft.com/office/drawing/2014/main" id="{7DB4083B-176A-FC72-DC87-9F4EA54D1733}"/>
              </a:ext>
            </a:extLst>
          </p:cNvPr>
          <p:cNvGraphicFramePr>
            <a:graphicFrameLocks noGrp="1"/>
          </p:cNvGraphicFramePr>
          <p:nvPr>
            <p:ph idx="1"/>
            <p:extLst>
              <p:ext uri="{D42A27DB-BD31-4B8C-83A1-F6EECF244321}">
                <p14:modId xmlns:p14="http://schemas.microsoft.com/office/powerpoint/2010/main" val="3277628152"/>
              </p:ext>
            </p:extLst>
          </p:nvPr>
        </p:nvGraphicFramePr>
        <p:xfrm>
          <a:off x="1158241" y="1188720"/>
          <a:ext cx="9311696" cy="5094167"/>
        </p:xfrm>
        <a:graphic>
          <a:graphicData uri="http://schemas.openxmlformats.org/drawingml/2006/table">
            <a:tbl>
              <a:tblPr firstRow="1" firstCol="1" lastRow="1" lastCol="1" bandRow="1" bandCol="1">
                <a:tableStyleId>{35758FB7-9AC5-4552-8A53-C91805E547FA}</a:tableStyleId>
              </a:tblPr>
              <a:tblGrid>
                <a:gridCol w="2622986">
                  <a:extLst>
                    <a:ext uri="{9D8B030D-6E8A-4147-A177-3AD203B41FA5}">
                      <a16:colId xmlns:a16="http://schemas.microsoft.com/office/drawing/2014/main" val="3623037079"/>
                    </a:ext>
                  </a:extLst>
                </a:gridCol>
                <a:gridCol w="3071243">
                  <a:extLst>
                    <a:ext uri="{9D8B030D-6E8A-4147-A177-3AD203B41FA5}">
                      <a16:colId xmlns:a16="http://schemas.microsoft.com/office/drawing/2014/main" val="265119593"/>
                    </a:ext>
                  </a:extLst>
                </a:gridCol>
                <a:gridCol w="3617467">
                  <a:extLst>
                    <a:ext uri="{9D8B030D-6E8A-4147-A177-3AD203B41FA5}">
                      <a16:colId xmlns:a16="http://schemas.microsoft.com/office/drawing/2014/main" val="245851667"/>
                    </a:ext>
                  </a:extLst>
                </a:gridCol>
              </a:tblGrid>
              <a:tr h="291139">
                <a:tc>
                  <a:txBody>
                    <a:bodyPr/>
                    <a:lstStyle/>
                    <a:p>
                      <a:pPr marL="267970">
                        <a:spcBef>
                          <a:spcPts val="150"/>
                        </a:spcBef>
                        <a:buNone/>
                      </a:pPr>
                      <a:r>
                        <a:rPr lang="en-US" sz="1400" spc="-10" dirty="0">
                          <a:effectLst/>
                        </a:rPr>
                        <a:t>CONSTRAINTS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74980">
                        <a:spcBef>
                          <a:spcPts val="150"/>
                        </a:spcBef>
                        <a:buNone/>
                      </a:pPr>
                      <a:r>
                        <a:rPr lang="en-US" sz="1400" dirty="0">
                          <a:effectLst/>
                        </a:rPr>
                        <a:t>SCOPE</a:t>
                      </a:r>
                      <a:r>
                        <a:rPr lang="en-US" sz="1400" spc="-20" dirty="0">
                          <a:effectLst/>
                        </a:rPr>
                        <a:t> </a:t>
                      </a:r>
                      <a:r>
                        <a:rPr lang="en-US" sz="1400" dirty="0">
                          <a:effectLst/>
                        </a:rPr>
                        <a:t>AND</a:t>
                      </a:r>
                      <a:r>
                        <a:rPr lang="en-US" sz="1400" spc="-5" dirty="0">
                          <a:effectLst/>
                        </a:rPr>
                        <a:t> </a:t>
                      </a:r>
                      <a:r>
                        <a:rPr lang="en-US" sz="1400" spc="-20" dirty="0">
                          <a:effectLst/>
                        </a:rPr>
                        <a:t>SCALE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855980">
                        <a:spcBef>
                          <a:spcPts val="150"/>
                        </a:spcBef>
                        <a:buNone/>
                      </a:pPr>
                      <a:r>
                        <a:rPr lang="en-US" sz="1400">
                          <a:effectLst/>
                        </a:rPr>
                        <a:t>BUDGET</a:t>
                      </a:r>
                      <a:r>
                        <a:rPr lang="en-US" sz="1400" spc="-20">
                          <a:effectLst/>
                        </a:rPr>
                        <a:t> </a:t>
                      </a:r>
                      <a:r>
                        <a:rPr lang="en-US" sz="1400">
                          <a:effectLst/>
                        </a:rPr>
                        <a:t>(In</a:t>
                      </a:r>
                      <a:r>
                        <a:rPr lang="en-US" sz="1400" spc="5">
                          <a:effectLst/>
                        </a:rPr>
                        <a:t> </a:t>
                      </a:r>
                      <a:r>
                        <a:rPr lang="en-US" sz="1400" spc="-25">
                          <a:effectLst/>
                        </a:rPr>
                        <a:t>$)</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646223972"/>
                  </a:ext>
                </a:extLst>
              </a:tr>
              <a:tr h="1066898">
                <a:tc>
                  <a:txBody>
                    <a:bodyPr/>
                    <a:lstStyle/>
                    <a:p>
                      <a:pPr marL="471805">
                        <a:lnSpc>
                          <a:spcPts val="1340"/>
                        </a:lnSpc>
                        <a:buNone/>
                      </a:pPr>
                      <a:r>
                        <a:rPr lang="en-US" sz="1400" dirty="0">
                          <a:effectLst/>
                        </a:rPr>
                        <a:t>Project</a:t>
                      </a:r>
                      <a:r>
                        <a:rPr lang="en-US" sz="1400" spc="-5" dirty="0">
                          <a:effectLst/>
                        </a:rPr>
                        <a:t> </a:t>
                      </a:r>
                      <a:r>
                        <a:rPr lang="en-US" sz="1400" spc="-20" dirty="0">
                          <a:effectLst/>
                        </a:rPr>
                        <a:t>Cost</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255270" marR="178435" indent="-635" algn="ctr">
                        <a:lnSpc>
                          <a:spcPct val="145000"/>
                        </a:lnSpc>
                        <a:spcBef>
                          <a:spcPts val="775"/>
                        </a:spcBef>
                        <a:buNone/>
                      </a:pPr>
                      <a:r>
                        <a:rPr lang="en-US" sz="1400" dirty="0" smtClean="0"/>
                        <a:t>Development of web application with image recognition, landmark detection, and information display</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62000">
                        <a:lnSpc>
                          <a:spcPts val="1340"/>
                        </a:lnSpc>
                        <a:buNone/>
                      </a:pPr>
                      <a:endParaRPr lang="en-US" sz="1400" dirty="0" smtClean="0"/>
                    </a:p>
                    <a:p>
                      <a:pPr marL="762000">
                        <a:lnSpc>
                          <a:spcPts val="1340"/>
                        </a:lnSpc>
                        <a:buNone/>
                      </a:pPr>
                      <a:r>
                        <a:rPr lang="en-US" sz="1400" dirty="0" smtClean="0"/>
                        <a:t>$5,000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004957678"/>
                  </a:ext>
                </a:extLst>
              </a:tr>
              <a:tr h="778215">
                <a:tc>
                  <a:txBody>
                    <a:bodyPr/>
                    <a:lstStyle/>
                    <a:p>
                      <a:pPr marL="536575">
                        <a:lnSpc>
                          <a:spcPts val="1340"/>
                        </a:lnSpc>
                        <a:buNone/>
                      </a:pPr>
                      <a:r>
                        <a:rPr lang="en-US" sz="1400" spc="-10" dirty="0">
                          <a:effectLst/>
                        </a:rPr>
                        <a:t>Capital</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161925" marR="83820" algn="ctr">
                        <a:spcBef>
                          <a:spcPts val="125"/>
                        </a:spcBef>
                        <a:buNone/>
                      </a:pPr>
                      <a:r>
                        <a:rPr lang="en-US" sz="1400" dirty="0" smtClean="0"/>
                        <a:t>Initial investment for development, testing, deployment, and basic infrastructure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buNone/>
                      </a:pPr>
                      <a:r>
                        <a:rPr lang="en-US" sz="1400" dirty="0">
                          <a:effectLst/>
                        </a:rPr>
                        <a:t> </a:t>
                      </a:r>
                      <a:r>
                        <a:rPr lang="en-US" sz="1400" dirty="0" smtClean="0">
                          <a:effectLst/>
                        </a:rPr>
                        <a:t>                          </a:t>
                      </a:r>
                    </a:p>
                    <a:p>
                      <a:pPr>
                        <a:buNone/>
                      </a:pPr>
                      <a:endParaRPr lang="en-US" sz="1400" dirty="0" smtClean="0">
                        <a:effectLst/>
                      </a:endParaRPr>
                    </a:p>
                    <a:p>
                      <a:pPr>
                        <a:buNone/>
                      </a:pPr>
                      <a:r>
                        <a:rPr lang="en-US" sz="1400" baseline="0" dirty="0" smtClean="0">
                          <a:effectLst/>
                        </a:rPr>
                        <a:t>                                 </a:t>
                      </a:r>
                      <a:r>
                        <a:rPr lang="en-US" sz="1400" dirty="0" smtClean="0"/>
                        <a:t>$6,500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2513243437"/>
                  </a:ext>
                </a:extLst>
              </a:tr>
              <a:tr h="1125863">
                <a:tc>
                  <a:txBody>
                    <a:bodyPr/>
                    <a:lstStyle/>
                    <a:p>
                      <a:pPr marL="454025">
                        <a:lnSpc>
                          <a:spcPts val="1340"/>
                        </a:lnSpc>
                        <a:buNone/>
                      </a:pPr>
                      <a:r>
                        <a:rPr lang="en-US" sz="1400" dirty="0">
                          <a:effectLst/>
                        </a:rPr>
                        <a:t>Fixed</a:t>
                      </a:r>
                      <a:r>
                        <a:rPr lang="en-US" sz="1400" spc="-30" dirty="0">
                          <a:effectLst/>
                        </a:rPr>
                        <a:t> </a:t>
                      </a:r>
                      <a:r>
                        <a:rPr lang="en-US" sz="1400" spc="-10" dirty="0">
                          <a:effectLst/>
                        </a:rPr>
                        <a:t>Assets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26720" indent="-290195">
                        <a:lnSpc>
                          <a:spcPct val="145000"/>
                        </a:lnSpc>
                        <a:spcBef>
                          <a:spcPts val="775"/>
                        </a:spcBef>
                        <a:buNone/>
                      </a:pPr>
                      <a:r>
                        <a:rPr lang="en-US" sz="1400" dirty="0" smtClean="0"/>
                        <a:t>Servers, cloud storage, development systems, testing devices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740" marR="533400">
                        <a:lnSpc>
                          <a:spcPct val="145000"/>
                        </a:lnSpc>
                        <a:spcBef>
                          <a:spcPts val="775"/>
                        </a:spcBef>
                        <a:buNone/>
                      </a:pPr>
                      <a:r>
                        <a:rPr lang="en-US" sz="1400" dirty="0" smtClean="0"/>
                        <a:t>                                       </a:t>
                      </a:r>
                    </a:p>
                    <a:p>
                      <a:pPr marL="78740" marR="533400">
                        <a:lnSpc>
                          <a:spcPct val="145000"/>
                        </a:lnSpc>
                        <a:spcBef>
                          <a:spcPts val="775"/>
                        </a:spcBef>
                        <a:buNone/>
                      </a:pPr>
                      <a:r>
                        <a:rPr lang="en-US" sz="1400" baseline="0" dirty="0" smtClean="0"/>
                        <a:t>                                 </a:t>
                      </a:r>
                      <a:r>
                        <a:rPr lang="en-US" sz="1400" dirty="0" smtClean="0"/>
                        <a:t>$2,000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4198673901"/>
                  </a:ext>
                </a:extLst>
              </a:tr>
              <a:tr h="680554">
                <a:tc>
                  <a:txBody>
                    <a:bodyPr/>
                    <a:lstStyle/>
                    <a:p>
                      <a:pPr marL="405130">
                        <a:lnSpc>
                          <a:spcPts val="1365"/>
                        </a:lnSpc>
                        <a:buNone/>
                      </a:pPr>
                      <a:r>
                        <a:rPr lang="en-US" sz="1400">
                          <a:effectLst/>
                        </a:rPr>
                        <a:t>Software </a:t>
                      </a:r>
                      <a:r>
                        <a:rPr lang="en-US" sz="1400" spc="-20">
                          <a:effectLst/>
                        </a:rPr>
                        <a:t>Cost</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78105" marR="160655" algn="ctr">
                        <a:lnSpc>
                          <a:spcPts val="1340"/>
                        </a:lnSpc>
                        <a:buNone/>
                      </a:pPr>
                      <a:r>
                        <a:rPr lang="en-US" sz="1400" dirty="0" smtClean="0"/>
                        <a:t>AI frameworks, cloud services, APIs, database, development tools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39115">
                        <a:lnSpc>
                          <a:spcPts val="1340"/>
                        </a:lnSpc>
                        <a:buNone/>
                      </a:pPr>
                      <a:r>
                        <a:rPr lang="en-US" sz="1400" dirty="0" smtClean="0"/>
                        <a:t>             </a:t>
                      </a:r>
                    </a:p>
                    <a:p>
                      <a:pPr marL="539115">
                        <a:lnSpc>
                          <a:spcPts val="1340"/>
                        </a:lnSpc>
                        <a:buNone/>
                      </a:pPr>
                      <a:r>
                        <a:rPr lang="en-US" sz="1400" dirty="0" smtClean="0"/>
                        <a:t>                  $1,200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645546768"/>
                  </a:ext>
                </a:extLst>
              </a:tr>
              <a:tr h="362389">
                <a:tc>
                  <a:txBody>
                    <a:bodyPr/>
                    <a:lstStyle/>
                    <a:p>
                      <a:pPr>
                        <a:spcBef>
                          <a:spcPts val="160"/>
                        </a:spcBef>
                        <a:buNone/>
                      </a:pPr>
                      <a:r>
                        <a:rPr lang="en-US" sz="1400" dirty="0">
                          <a:effectLst/>
                        </a:rPr>
                        <a:t> </a:t>
                      </a:r>
                      <a:r>
                        <a:rPr lang="en-US" sz="1400" spc="-10" dirty="0">
                          <a:effectLst/>
                        </a:rPr>
                        <a:t>License</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a:buNone/>
                      </a:pPr>
                      <a:r>
                        <a:rPr lang="en-US" sz="1400" dirty="0">
                          <a:effectLst/>
                        </a:rPr>
                        <a:t> </a:t>
                      </a:r>
                      <a:r>
                        <a:rPr lang="en-US" sz="1400" dirty="0" smtClean="0"/>
                        <a:t>Third-party APIs, AI model usage, cloud service licenses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39115">
                        <a:lnSpc>
                          <a:spcPts val="1365"/>
                        </a:lnSpc>
                        <a:buNone/>
                      </a:pPr>
                      <a:r>
                        <a:rPr lang="en-US" sz="1400" dirty="0" smtClean="0"/>
                        <a:t>                 $800</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3953658555"/>
                  </a:ext>
                </a:extLst>
              </a:tr>
              <a:tr h="724778">
                <a:tc>
                  <a:txBody>
                    <a:bodyPr/>
                    <a:lstStyle/>
                    <a:p>
                      <a:pPr marL="283210">
                        <a:lnSpc>
                          <a:spcPts val="1340"/>
                        </a:lnSpc>
                        <a:buNone/>
                      </a:pPr>
                      <a:r>
                        <a:rPr lang="en-US" sz="1400">
                          <a:effectLst/>
                        </a:rPr>
                        <a:t>Break</a:t>
                      </a:r>
                      <a:r>
                        <a:rPr lang="en-US" sz="1400" spc="-15">
                          <a:effectLst/>
                        </a:rPr>
                        <a:t> </a:t>
                      </a:r>
                      <a:r>
                        <a:rPr lang="en-US" sz="1400">
                          <a:effectLst/>
                        </a:rPr>
                        <a:t>Even</a:t>
                      </a:r>
                      <a:r>
                        <a:rPr lang="en-US" sz="1400" spc="-20">
                          <a:effectLst/>
                        </a:rPr>
                        <a:t> Point</a:t>
                      </a:r>
                      <a:endParaRPr lang="en-IN" sz="14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481330" indent="-387985">
                        <a:lnSpc>
                          <a:spcPct val="98000"/>
                        </a:lnSpc>
                        <a:buNone/>
                      </a:pPr>
                      <a:r>
                        <a:rPr lang="en-US" sz="1400" dirty="0" smtClean="0"/>
                        <a:t>Achieved within </a:t>
                      </a:r>
                      <a:r>
                        <a:rPr lang="en-US" sz="1400" b="1" dirty="0" smtClean="0"/>
                        <a:t>10–12 months</a:t>
                      </a:r>
                      <a:r>
                        <a:rPr lang="en-US" sz="1400" dirty="0" smtClean="0"/>
                        <a:t> through premium subscriptions, ads, and partnerships</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tc>
                  <a:txBody>
                    <a:bodyPr/>
                    <a:lstStyle/>
                    <a:p>
                      <a:pPr marL="539115">
                        <a:lnSpc>
                          <a:spcPts val="1340"/>
                        </a:lnSpc>
                        <a:buNone/>
                      </a:pPr>
                      <a:r>
                        <a:rPr lang="en-US" sz="1400" dirty="0" smtClean="0"/>
                        <a:t>                   —</a:t>
                      </a:r>
                      <a:endParaRPr lang="en-IN" sz="14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840184648"/>
                  </a:ext>
                </a:extLst>
              </a:tr>
            </a:tbl>
          </a:graphicData>
        </a:graphic>
      </p:graphicFrame>
      <p:sp>
        <p:nvSpPr>
          <p:cNvPr id="5" name="Rectangle 1">
            <a:extLst>
              <a:ext uri="{FF2B5EF4-FFF2-40B4-BE49-F238E27FC236}">
                <a16:creationId xmlns:a16="http://schemas.microsoft.com/office/drawing/2014/main" id="{94347F3D-B448-585C-CA78-D55407A4C67F}"/>
              </a:ext>
            </a:extLst>
          </p:cNvPr>
          <p:cNvSpPr>
            <a:spLocks noChangeArrowheads="1"/>
          </p:cNvSpPr>
          <p:nvPr/>
        </p:nvSpPr>
        <p:spPr bwMode="auto">
          <a:xfrm>
            <a:off x="-5167133" y="-80926"/>
            <a:ext cx="17359133" cy="572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80785" tIns="49197" rIns="822066"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panose="020B0604020202020204" pitchFamily="34" charset="0"/>
              <a:ea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2657030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12C146-385C-DDD6-B18A-F30E3B1973E1}"/>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MARKETING ANALYSIS</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p>
        </p:txBody>
      </p:sp>
      <p:sp>
        <p:nvSpPr>
          <p:cNvPr id="4" name="TextBox 3">
            <a:extLst>
              <a:ext uri="{FF2B5EF4-FFF2-40B4-BE49-F238E27FC236}">
                <a16:creationId xmlns:a16="http://schemas.microsoft.com/office/drawing/2014/main" id="{7FA8DBBF-B159-320F-B1E3-48ECCB731C0E}"/>
              </a:ext>
            </a:extLst>
          </p:cNvPr>
          <p:cNvSpPr txBox="1"/>
          <p:nvPr/>
        </p:nvSpPr>
        <p:spPr>
          <a:xfrm>
            <a:off x="1036320" y="1690688"/>
            <a:ext cx="9601200" cy="2446824"/>
          </a:xfrm>
          <a:prstGeom prst="rect">
            <a:avLst/>
          </a:prstGeom>
          <a:noFill/>
        </p:spPr>
        <p:txBody>
          <a:bodyPr wrap="square" rtlCol="0">
            <a:spAutoFit/>
          </a:bodyPr>
          <a:lstStyle/>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Product Strategy:</a:t>
            </a:r>
            <a:r>
              <a:rPr lang="en-US" altLang="en-US" dirty="0">
                <a:latin typeface="Arial" panose="020B0604020202020204" pitchFamily="34" charset="0"/>
              </a:rPr>
              <a:t> AI-based smart landmark identification with integrated travel information</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Price Strategy:</a:t>
            </a:r>
            <a:r>
              <a:rPr lang="en-US" altLang="en-US" dirty="0">
                <a:latin typeface="Arial" panose="020B0604020202020204" pitchFamily="34" charset="0"/>
              </a:rPr>
              <a:t> Free basic access with low-cost premium features in future</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Place Strategy:</a:t>
            </a:r>
            <a:r>
              <a:rPr lang="en-US" altLang="en-US" dirty="0">
                <a:latin typeface="Arial" panose="020B0604020202020204" pitchFamily="34" charset="0"/>
              </a:rPr>
              <a:t> Web-based platform accessible anytime from anywhere</a:t>
            </a:r>
          </a:p>
          <a:p>
            <a:pPr lvl="0" eaLnBrk="0" fontAlgn="base" hangingPunct="0">
              <a:lnSpc>
                <a:spcPct val="150000"/>
              </a:lnSpc>
              <a:spcBef>
                <a:spcPct val="0"/>
              </a:spcBef>
              <a:spcAft>
                <a:spcPct val="0"/>
              </a:spcAft>
              <a:buFontTx/>
              <a:buChar char="•"/>
            </a:pPr>
            <a:r>
              <a:rPr lang="en-US" altLang="en-US" b="1" dirty="0">
                <a:latin typeface="Arial" panose="020B0604020202020204" pitchFamily="34" charset="0"/>
              </a:rPr>
              <a:t>Promotion Strategy:</a:t>
            </a:r>
            <a:r>
              <a:rPr lang="en-US" altLang="en-US" dirty="0">
                <a:latin typeface="Arial" panose="020B0604020202020204" pitchFamily="34" charset="0"/>
              </a:rPr>
              <a:t> Digital promotion through social media, travel blogs, and tourism platforms</a:t>
            </a:r>
          </a:p>
          <a:p>
            <a:endParaRPr lang="en-IN" dirty="0"/>
          </a:p>
        </p:txBody>
      </p:sp>
    </p:spTree>
    <p:extLst>
      <p:ext uri="{BB962C8B-B14F-4D97-AF65-F5344CB8AC3E}">
        <p14:creationId xmlns:p14="http://schemas.microsoft.com/office/powerpoint/2010/main" val="1877833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C8F85-9BC6-7CE5-E832-2CC7B6F076F2}"/>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IMPLEMENTATION</a:t>
            </a:r>
            <a:r>
              <a:rPr lang="en-IN" dirty="0">
                <a:latin typeface="Times New Roman" panose="02020603050405020304" pitchFamily="18" charset="0"/>
                <a:cs typeface="Times New Roman" panose="02020603050405020304" pitchFamily="18" charset="0"/>
              </a:rPr>
              <a:t/>
            </a:r>
            <a:br>
              <a:rPr lang="en-IN" dirty="0">
                <a:latin typeface="Times New Roman" panose="02020603050405020304" pitchFamily="18" charset="0"/>
                <a:cs typeface="Times New Roman" panose="02020603050405020304" pitchFamily="18" charset="0"/>
              </a:rPr>
            </a:br>
            <a:endParaRPr lang="en-IN" dirty="0"/>
          </a:p>
        </p:txBody>
      </p:sp>
      <p:sp>
        <p:nvSpPr>
          <p:cNvPr id="4" name="TextBox 3">
            <a:extLst>
              <a:ext uri="{FF2B5EF4-FFF2-40B4-BE49-F238E27FC236}">
                <a16:creationId xmlns:a16="http://schemas.microsoft.com/office/drawing/2014/main" id="{E65E96BA-B5AE-B1BC-CA17-14945EEF505C}"/>
              </a:ext>
            </a:extLst>
          </p:cNvPr>
          <p:cNvSpPr txBox="1"/>
          <p:nvPr/>
        </p:nvSpPr>
        <p:spPr>
          <a:xfrm>
            <a:off x="1260088" y="1802201"/>
            <a:ext cx="8764858" cy="2831544"/>
          </a:xfrm>
          <a:prstGeom prst="rect">
            <a:avLst/>
          </a:prstGeom>
          <a:noFill/>
        </p:spPr>
        <p:txBody>
          <a:bodyPr wrap="square" rtlCol="0">
            <a:spAutoFit/>
          </a:bodyPr>
          <a:lstStyle/>
          <a:p>
            <a:r>
              <a:rPr lang="en-US" b="1" dirty="0"/>
              <a:t>1. </a:t>
            </a:r>
            <a:r>
              <a:rPr lang="en-US" sz="2000" b="1" dirty="0"/>
              <a:t>Positioning Strategies</a:t>
            </a:r>
          </a:p>
          <a:p>
            <a:r>
              <a:rPr lang="en-US" sz="2000" dirty="0"/>
              <a:t>Positioned as an AI-powered smart landmark identification app providing instant and accurate information.</a:t>
            </a:r>
          </a:p>
          <a:p>
            <a:r>
              <a:rPr lang="en-US" sz="2000" b="1" dirty="0"/>
              <a:t>2. Targeting Customers</a:t>
            </a:r>
          </a:p>
          <a:p>
            <a:r>
              <a:rPr lang="en-US" sz="2000" dirty="0"/>
              <a:t>Targets tourists, travelers, students, and educators seeking quick landmark details.</a:t>
            </a:r>
          </a:p>
          <a:p>
            <a:r>
              <a:rPr lang="en-US" sz="2000" b="1" dirty="0"/>
              <a:t>3. Corporate Social Responsibility (CSR)</a:t>
            </a:r>
          </a:p>
          <a:p>
            <a:r>
              <a:rPr lang="en-US" sz="2000" dirty="0"/>
              <a:t>Promotes cultural awareness and digital learning using ethical and responsible AI tools.</a:t>
            </a:r>
          </a:p>
          <a:p>
            <a:endParaRPr lang="en-IN" dirty="0"/>
          </a:p>
        </p:txBody>
      </p:sp>
    </p:spTree>
    <p:extLst>
      <p:ext uri="{BB962C8B-B14F-4D97-AF65-F5344CB8AC3E}">
        <p14:creationId xmlns:p14="http://schemas.microsoft.com/office/powerpoint/2010/main" val="24626098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2CD9F-6970-0D7C-F3CE-3C12F9B7C0CA}"/>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A288080C-5181-6C86-4904-314F2983B4FB}"/>
              </a:ext>
            </a:extLst>
          </p:cNvPr>
          <p:cNvSpPr txBox="1"/>
          <p:nvPr/>
        </p:nvSpPr>
        <p:spPr>
          <a:xfrm>
            <a:off x="838200" y="2052320"/>
            <a:ext cx="7697347" cy="3477875"/>
          </a:xfrm>
          <a:prstGeom prst="rect">
            <a:avLst/>
          </a:prstGeom>
          <a:noFill/>
        </p:spPr>
        <p:txBody>
          <a:bodyPr wrap="square" rtlCol="0">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Landmark Lens application successfully demonstrates how AI can simplify landmark identification and travel planning. By simply uploading an image, users can instantly get accurate details about the place, including its name, location, description, nearby attractions, restaurants with ratings, and directions from their current location. The system also calculates travel distance, time, and modes like road, rail, or air. This solution enhances user convenience, saves time, and makes exploration more accessible and enjoyable. Overall, the app offers an intelligent, user-friendly experience for travelers across India.</a:t>
            </a:r>
            <a:endParaRPr lang="en-IN" sz="2000" dirty="0">
              <a:latin typeface="Times New Roman" panose="02020603050405020304" pitchFamily="18" charset="0"/>
              <a:cs typeface="Times New Roman" panose="02020603050405020304" pitchFamily="18" charset="0"/>
            </a:endParaRPr>
          </a:p>
          <a:p>
            <a:pPr algn="just"/>
            <a:endParaRPr lang="en-IN" sz="2000" dirty="0"/>
          </a:p>
        </p:txBody>
      </p:sp>
    </p:spTree>
    <p:extLst>
      <p:ext uri="{BB962C8B-B14F-4D97-AF65-F5344CB8AC3E}">
        <p14:creationId xmlns:p14="http://schemas.microsoft.com/office/powerpoint/2010/main" val="151928643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TotalTime>
  <Words>836</Words>
  <Application>Microsoft Office PowerPoint</Application>
  <PresentationFormat>Widescreen</PresentationFormat>
  <Paragraphs>123</Paragraphs>
  <Slides>25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Landmark Lens</vt:lpstr>
      <vt:lpstr>CONTENTS</vt:lpstr>
      <vt:lpstr>ABSTRACT </vt:lpstr>
      <vt:lpstr>INTRODUCTION </vt:lpstr>
      <vt:lpstr>NEED OF THE PROJECT </vt:lpstr>
      <vt:lpstr>SCOPE OF THE PROJECT </vt:lpstr>
      <vt:lpstr>KEY FEATURES </vt:lpstr>
      <vt:lpstr>TECHNOLOGIES USED </vt:lpstr>
      <vt:lpstr>ALGORITHMS USED</vt:lpstr>
      <vt:lpstr>SYSTEM ARCHITECTURE DIAGRAM </vt:lpstr>
      <vt:lpstr>SOFTWARE AND HARDWARE REQUIREMENTS </vt:lpstr>
      <vt:lpstr>OUTPUT SCREENS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FINANCIAL ANALYSIS </vt:lpstr>
      <vt:lpstr>MARKETING ANALYSIS </vt:lpstr>
      <vt:lpstr>IMPLEMENTATION </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Landmark Lens</dc:title>
  <dc:creator>B Thanmai</dc:creator>
  <cp:lastModifiedBy>Windows User</cp:lastModifiedBy>
  <cp:revision>11</cp:revision>
  <dcterms:created xsi:type="dcterms:W3CDTF">2025-12-29T08:48:38Z</dcterms:created>
  <dcterms:modified xsi:type="dcterms:W3CDTF">2026-01-21T02:44:10Z</dcterms:modified>
</cp:coreProperties>
</file>